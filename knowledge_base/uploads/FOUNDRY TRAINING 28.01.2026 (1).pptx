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6" r:id="rId30"/>
    <p:sldMasterId id="2147483745" r:id="rId31"/>
    <p:sldMasterId id="2147483733" r:id="rId32"/>
    <p:sldMasterId id="2147483757" r:id="rId33"/>
  </p:sldMasterIdLst>
  <p:notesMasterIdLst>
    <p:notesMasterId r:id="rId53"/>
  </p:notesMasterIdLst>
  <p:handoutMasterIdLst>
    <p:handoutMasterId r:id="rId54"/>
  </p:handoutMasterIdLst>
  <p:sldIdLst>
    <p:sldId id="256" r:id="rId34"/>
    <p:sldId id="285" r:id="rId35"/>
    <p:sldId id="288" r:id="rId36"/>
    <p:sldId id="258" r:id="rId37"/>
    <p:sldId id="259" r:id="rId38"/>
    <p:sldId id="257" r:id="rId39"/>
    <p:sldId id="296" r:id="rId40"/>
    <p:sldId id="265" r:id="rId41"/>
    <p:sldId id="292" r:id="rId42"/>
    <p:sldId id="262" r:id="rId43"/>
    <p:sldId id="293" r:id="rId44"/>
    <p:sldId id="263" r:id="rId45"/>
    <p:sldId id="260" r:id="rId46"/>
    <p:sldId id="269" r:id="rId47"/>
    <p:sldId id="294" r:id="rId48"/>
    <p:sldId id="271" r:id="rId49"/>
    <p:sldId id="273" r:id="rId50"/>
    <p:sldId id="274" r:id="rId51"/>
    <p:sldId id="280" r:id="rId52"/>
  </p:sldIdLst>
  <p:sldSz cx="9144000" cy="5143500" type="screen16x9"/>
  <p:notesSz cx="6797675" cy="9926638"/>
  <p:custDataLst>
    <p:tags r:id="rId55"/>
  </p:custDataLst>
  <p:defaultTextStyle>
    <a:defPPr>
      <a:defRPr lang="de-DE"/>
    </a:defPPr>
    <a:lvl1pPr algn="l" rtl="0" fontAlgn="base">
      <a:spcBef>
        <a:spcPct val="0"/>
      </a:spcBef>
      <a:spcAft>
        <a:spcPct val="0"/>
      </a:spcAft>
      <a:defRPr sz="3600" kern="1200">
        <a:solidFill>
          <a:schemeClr val="tx1"/>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063">
          <p15:clr>
            <a:srgbClr val="A4A3A4"/>
          </p15:clr>
        </p15:guide>
        <p15:guide id="2" orient="horz" pos="1812">
          <p15:clr>
            <a:srgbClr val="A4A3A4"/>
          </p15:clr>
        </p15:guide>
        <p15:guide id="3" orient="horz" pos="678">
          <p15:clr>
            <a:srgbClr val="A4A3A4"/>
          </p15:clr>
        </p15:guide>
        <p15:guide id="4" orient="horz" pos="1926">
          <p15:clr>
            <a:srgbClr val="A4A3A4"/>
          </p15:clr>
        </p15:guide>
        <p15:guide id="5" pos="5534">
          <p15:clr>
            <a:srgbClr val="A4A3A4"/>
          </p15:clr>
        </p15:guide>
        <p15:guide id="6" pos="226">
          <p15:clr>
            <a:srgbClr val="A4A3A4"/>
          </p15:clr>
        </p15:guide>
        <p15:guide id="7" pos="2824">
          <p15:clr>
            <a:srgbClr val="A4A3A4"/>
          </p15:clr>
        </p15:guide>
        <p15:guide id="8" pos="2936">
          <p15:clr>
            <a:srgbClr val="A4A3A4"/>
          </p15:clr>
        </p15:guide>
        <p15:guide id="9" pos="1917">
          <p15:clr>
            <a:srgbClr val="A4A3A4"/>
          </p15:clr>
        </p15:guide>
        <p15:guide id="10" pos="2033">
          <p15:clr>
            <a:srgbClr val="A4A3A4"/>
          </p15:clr>
        </p15:guide>
        <p15:guide id="11" pos="3845">
          <p15:clr>
            <a:srgbClr val="A4A3A4"/>
          </p15:clr>
        </p15:guide>
        <p15:guide id="12" pos="3726">
          <p15:clr>
            <a:srgbClr val="A4A3A4"/>
          </p15:clr>
        </p15:guide>
      </p15:sldGuideLst>
    </p:ext>
    <p:ext uri="{2D200454-40CA-4A62-9FC3-DE9A4176ACB9}">
      <p15:notesGuideLst xmlns:p15="http://schemas.microsoft.com/office/powerpoint/2012/main">
        <p15:guide id="1" orient="horz" pos="293">
          <p15:clr>
            <a:srgbClr val="A4A3A4"/>
          </p15:clr>
        </p15:guide>
        <p15:guide id="2" orient="horz" pos="5960">
          <p15:clr>
            <a:srgbClr val="A4A3A4"/>
          </p15:clr>
        </p15:guide>
        <p15:guide id="3" pos="439">
          <p15:clr>
            <a:srgbClr val="A4A3A4"/>
          </p15:clr>
        </p15:guide>
        <p15:guide id="4" pos="407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24"/>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0063"/>
    <a:srgbClr val="D84C91"/>
    <a:srgbClr val="FFAB00"/>
    <a:srgbClr val="E999C1"/>
    <a:srgbClr val="666666"/>
    <a:srgbClr val="50A25A"/>
    <a:srgbClr val="84BE8B"/>
    <a:srgbClr val="B9DABD"/>
    <a:srgbClr val="FFC44C"/>
    <a:srgbClr val="FFDD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0" autoAdjust="0"/>
    <p:restoredTop sz="99176" autoAdjust="0"/>
  </p:normalViewPr>
  <p:slideViewPr>
    <p:cSldViewPr snapToGrid="0" snapToObjects="1" showGuides="1">
      <p:cViewPr varScale="1">
        <p:scale>
          <a:sx n="109" d="100"/>
          <a:sy n="109" d="100"/>
        </p:scale>
        <p:origin x="974" y="82"/>
      </p:cViewPr>
      <p:guideLst>
        <p:guide orient="horz" pos="3063"/>
        <p:guide orient="horz" pos="1812"/>
        <p:guide orient="horz" pos="678"/>
        <p:guide orient="horz" pos="1926"/>
        <p:guide pos="5534"/>
        <p:guide pos="226"/>
        <p:guide pos="2824"/>
        <p:guide pos="2936"/>
        <p:guide pos="1917"/>
        <p:guide pos="2033"/>
        <p:guide pos="3845"/>
        <p:guide pos="3726"/>
      </p:guideLst>
    </p:cSldViewPr>
  </p:slideViewPr>
  <p:outlineViewPr>
    <p:cViewPr>
      <p:scale>
        <a:sx n="33" d="100"/>
        <a:sy n="33" d="100"/>
      </p:scale>
      <p:origin x="0" y="6636"/>
    </p:cViewPr>
  </p:outlineViewPr>
  <p:notesTextViewPr>
    <p:cViewPr>
      <p:scale>
        <a:sx n="100" d="100"/>
        <a:sy n="100" d="100"/>
      </p:scale>
      <p:origin x="0" y="0"/>
    </p:cViewPr>
  </p:notesTextViewPr>
  <p:sorterViewPr>
    <p:cViewPr>
      <p:scale>
        <a:sx n="70" d="100"/>
        <a:sy n="70" d="100"/>
      </p:scale>
      <p:origin x="0" y="0"/>
    </p:cViewPr>
  </p:sorterViewPr>
  <p:notesViewPr>
    <p:cSldViewPr snapToGrid="0" snapToObjects="1" showGuides="1">
      <p:cViewPr varScale="1">
        <p:scale>
          <a:sx n="90" d="100"/>
          <a:sy n="90" d="100"/>
        </p:scale>
        <p:origin x="-3762" y="-114"/>
      </p:cViewPr>
      <p:guideLst>
        <p:guide orient="horz" pos="293"/>
        <p:guide orient="horz" pos="5960"/>
        <p:guide pos="439"/>
        <p:guide pos="407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6.xml"/><Relationship Id="rId21" Type="http://schemas.openxmlformats.org/officeDocument/2006/relationships/customXml" Target="../customXml/item21.xml"/><Relationship Id="rId34" Type="http://schemas.openxmlformats.org/officeDocument/2006/relationships/slide" Target="slides/slide1.xml"/><Relationship Id="rId42" Type="http://schemas.openxmlformats.org/officeDocument/2006/relationships/slide" Target="slides/slide9.xml"/><Relationship Id="rId47" Type="http://schemas.openxmlformats.org/officeDocument/2006/relationships/slide" Target="slides/slide14.xml"/><Relationship Id="rId50" Type="http://schemas.openxmlformats.org/officeDocument/2006/relationships/slide" Target="slides/slide17.xml"/><Relationship Id="rId55" Type="http://schemas.openxmlformats.org/officeDocument/2006/relationships/tags" Target="tags/tag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Master" Target="slideMasters/slideMaster3.xml"/><Relationship Id="rId37" Type="http://schemas.openxmlformats.org/officeDocument/2006/relationships/slide" Target="slides/slide4.xml"/><Relationship Id="rId40" Type="http://schemas.openxmlformats.org/officeDocument/2006/relationships/slide" Target="slides/slide7.xml"/><Relationship Id="rId45" Type="http://schemas.openxmlformats.org/officeDocument/2006/relationships/slide" Target="slides/slide12.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customXml" Target="../customXml/item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slideMaster" Target="slideMasters/slideMaster1.xml"/><Relationship Id="rId35" Type="http://schemas.openxmlformats.org/officeDocument/2006/relationships/slide" Target="slides/slide2.xml"/><Relationship Id="rId43" Type="http://schemas.openxmlformats.org/officeDocument/2006/relationships/slide" Target="slides/slide10.xml"/><Relationship Id="rId48" Type="http://schemas.openxmlformats.org/officeDocument/2006/relationships/slide" Target="slides/slide15.xml"/><Relationship Id="rId56"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slide" Target="slides/slide1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Master" Target="slideMasters/slideMaster4.xml"/><Relationship Id="rId38" Type="http://schemas.openxmlformats.org/officeDocument/2006/relationships/slide" Target="slides/slide5.xml"/><Relationship Id="rId46" Type="http://schemas.openxmlformats.org/officeDocument/2006/relationships/slide" Target="slides/slide13.xml"/><Relationship Id="rId59" Type="http://schemas.openxmlformats.org/officeDocument/2006/relationships/tableStyles" Target="tableStyles.xml"/><Relationship Id="rId20" Type="http://schemas.openxmlformats.org/officeDocument/2006/relationships/customXml" Target="../customXml/item20.xml"/><Relationship Id="rId41" Type="http://schemas.openxmlformats.org/officeDocument/2006/relationships/slide" Target="slides/slide8.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3.xml"/><Relationship Id="rId49" Type="http://schemas.openxmlformats.org/officeDocument/2006/relationships/slide" Target="slides/slide16.xml"/><Relationship Id="rId57" Type="http://schemas.openxmlformats.org/officeDocument/2006/relationships/viewProps" Target="viewProps.xml"/><Relationship Id="rId10" Type="http://schemas.openxmlformats.org/officeDocument/2006/relationships/customXml" Target="../customXml/item10.xml"/><Relationship Id="rId31" Type="http://schemas.openxmlformats.org/officeDocument/2006/relationships/slideMaster" Target="slideMasters/slideMaster2.xml"/><Relationship Id="rId44" Type="http://schemas.openxmlformats.org/officeDocument/2006/relationships/slide" Target="slides/slide11.xml"/><Relationship Id="rId52"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0386" name="Rectangle 2"/>
          <p:cNvSpPr>
            <a:spLocks noGrp="1" noChangeArrowheads="1"/>
          </p:cNvSpPr>
          <p:nvPr>
            <p:ph type="hdr" sz="quarter"/>
          </p:nvPr>
        </p:nvSpPr>
        <p:spPr bwMode="auto">
          <a:xfrm>
            <a:off x="0" y="0"/>
            <a:ext cx="2945125" cy="496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t" anchorCtr="0" compatLnSpc="1">
            <a:prstTxWarp prst="textNoShape">
              <a:avLst/>
            </a:prstTxWarp>
          </a:bodyPr>
          <a:lstStyle>
            <a:lvl1pPr>
              <a:defRPr sz="1200"/>
            </a:lvl1pPr>
          </a:lstStyle>
          <a:p>
            <a:endParaRPr lang="de-DE" dirty="0"/>
          </a:p>
        </p:txBody>
      </p:sp>
      <p:sp>
        <p:nvSpPr>
          <p:cNvPr id="400387" name="Rectangle 3"/>
          <p:cNvSpPr>
            <a:spLocks noGrp="1" noChangeArrowheads="1"/>
          </p:cNvSpPr>
          <p:nvPr>
            <p:ph type="dt" sz="quarter" idx="1"/>
          </p:nvPr>
        </p:nvSpPr>
        <p:spPr bwMode="auto">
          <a:xfrm>
            <a:off x="3850948" y="0"/>
            <a:ext cx="2945125" cy="496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t" anchorCtr="0" compatLnSpc="1">
            <a:prstTxWarp prst="textNoShape">
              <a:avLst/>
            </a:prstTxWarp>
          </a:bodyPr>
          <a:lstStyle>
            <a:lvl1pPr algn="r">
              <a:defRPr sz="1200"/>
            </a:lvl1pPr>
          </a:lstStyle>
          <a:p>
            <a:endParaRPr lang="de-DE"/>
          </a:p>
        </p:txBody>
      </p:sp>
      <p:sp>
        <p:nvSpPr>
          <p:cNvPr id="400388" name="Rectangle 4"/>
          <p:cNvSpPr>
            <a:spLocks noGrp="1" noChangeArrowheads="1"/>
          </p:cNvSpPr>
          <p:nvPr>
            <p:ph type="ftr" sz="quarter" idx="2"/>
          </p:nvPr>
        </p:nvSpPr>
        <p:spPr bwMode="auto">
          <a:xfrm>
            <a:off x="0" y="9429047"/>
            <a:ext cx="2945125" cy="496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b" anchorCtr="0" compatLnSpc="1">
            <a:prstTxWarp prst="textNoShape">
              <a:avLst/>
            </a:prstTxWarp>
          </a:bodyPr>
          <a:lstStyle>
            <a:lvl1pPr>
              <a:defRPr sz="1200"/>
            </a:lvl1pPr>
          </a:lstStyle>
          <a:p>
            <a:endParaRPr lang="de-DE"/>
          </a:p>
        </p:txBody>
      </p:sp>
      <p:sp>
        <p:nvSpPr>
          <p:cNvPr id="400389" name="Rectangle 5"/>
          <p:cNvSpPr>
            <a:spLocks noGrp="1" noChangeArrowheads="1"/>
          </p:cNvSpPr>
          <p:nvPr>
            <p:ph type="sldNum" sz="quarter" idx="3"/>
          </p:nvPr>
        </p:nvSpPr>
        <p:spPr bwMode="auto">
          <a:xfrm>
            <a:off x="3850948" y="9429047"/>
            <a:ext cx="2945125" cy="496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b" anchorCtr="0" compatLnSpc="1">
            <a:prstTxWarp prst="textNoShape">
              <a:avLst/>
            </a:prstTxWarp>
          </a:bodyPr>
          <a:lstStyle>
            <a:lvl1pPr algn="r">
              <a:defRPr sz="1200"/>
            </a:lvl1pPr>
          </a:lstStyle>
          <a:p>
            <a:fld id="{DA9E995C-A1C3-4891-826F-B58323B5BAF0}" type="slidenum">
              <a:rPr lang="de-DE"/>
              <a:pPr/>
              <a:t>‹#›</a:t>
            </a:fld>
            <a:endParaRPr lang="de-DE"/>
          </a:p>
        </p:txBody>
      </p:sp>
    </p:spTree>
    <p:extLst>
      <p:ext uri="{BB962C8B-B14F-4D97-AF65-F5344CB8AC3E}">
        <p14:creationId xmlns:p14="http://schemas.microsoft.com/office/powerpoint/2010/main" val="29303601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20" name="Rectangle 4"/>
          <p:cNvSpPr>
            <a:spLocks noGrp="1" noRot="1" noChangeAspect="1" noChangeArrowheads="1" noTextEdit="1"/>
          </p:cNvSpPr>
          <p:nvPr>
            <p:ph type="sldImg" idx="2"/>
          </p:nvPr>
        </p:nvSpPr>
        <p:spPr bwMode="auto">
          <a:xfrm>
            <a:off x="684000" y="466492"/>
            <a:ext cx="5760460" cy="3240000"/>
          </a:xfrm>
          <a:prstGeom prst="rect">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21" name="Rectangle 5"/>
          <p:cNvSpPr>
            <a:spLocks noGrp="1" noChangeArrowheads="1"/>
          </p:cNvSpPr>
          <p:nvPr>
            <p:ph type="body" sz="quarter" idx="3"/>
          </p:nvPr>
        </p:nvSpPr>
        <p:spPr bwMode="auto">
          <a:xfrm>
            <a:off x="684000" y="3960000"/>
            <a:ext cx="5760000" cy="54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823" name="Rectangle 7"/>
          <p:cNvSpPr>
            <a:spLocks noGrp="1" noChangeArrowheads="1"/>
          </p:cNvSpPr>
          <p:nvPr>
            <p:ph type="sldNum" sz="quarter" idx="5"/>
          </p:nvPr>
        </p:nvSpPr>
        <p:spPr bwMode="auto">
          <a:xfrm>
            <a:off x="3564460" y="9473599"/>
            <a:ext cx="2880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defTabSz="933168">
              <a:defRPr sz="900"/>
            </a:lvl1pPr>
          </a:lstStyle>
          <a:p>
            <a:fld id="{17D2E66F-F39D-431A-92B9-38BCB45B539F}" type="slidenum">
              <a:rPr lang="de-DE" smtClean="0"/>
              <a:pPr/>
              <a:t>‹#›</a:t>
            </a:fld>
            <a:endParaRPr lang="de-DE" dirty="0"/>
          </a:p>
        </p:txBody>
      </p:sp>
    </p:spTree>
    <p:extLst>
      <p:ext uri="{BB962C8B-B14F-4D97-AF65-F5344CB8AC3E}">
        <p14:creationId xmlns:p14="http://schemas.microsoft.com/office/powerpoint/2010/main" val="3270417066"/>
      </p:ext>
    </p:extLst>
  </p:cSld>
  <p:clrMap bg1="lt1" tx1="dk1" bg2="lt2" tx2="dk2" accent1="accent1" accent2="accent2" accent3="accent3" accent4="accent4" accent5="accent5" accent6="accent6" hlink="hlink" folHlink="folHlink"/>
  <p:hf hdr="0" ftr="0" dt="0"/>
  <p:notesStyle>
    <a:lvl1pPr algn="l" rtl="0" fontAlgn="base">
      <a:spcBef>
        <a:spcPct val="0"/>
      </a:spcBef>
      <a:spcAft>
        <a:spcPct val="0"/>
      </a:spcAft>
      <a:defRPr sz="1000" kern="1200">
        <a:solidFill>
          <a:schemeClr val="tx1"/>
        </a:solidFill>
        <a:latin typeface="Arial" charset="0"/>
        <a:ea typeface="+mn-ea"/>
        <a:cs typeface="+mn-cs"/>
      </a:defRPr>
    </a:lvl1pPr>
    <a:lvl2pPr marL="180975" indent="-180975" algn="l" rtl="0" fontAlgn="base">
      <a:spcBef>
        <a:spcPct val="0"/>
      </a:spcBef>
      <a:spcAft>
        <a:spcPct val="0"/>
      </a:spcAft>
      <a:buClr>
        <a:schemeClr val="tx2"/>
      </a:buClr>
      <a:buSzPct val="85000"/>
      <a:buFont typeface="Wingdings" pitchFamily="2" charset="2"/>
      <a:buChar char="n"/>
      <a:defRPr sz="1000" kern="1200">
        <a:solidFill>
          <a:schemeClr val="tx1"/>
        </a:solidFill>
        <a:latin typeface="Arial" charset="0"/>
        <a:ea typeface="+mn-ea"/>
        <a:cs typeface="+mn-cs"/>
      </a:defRPr>
    </a:lvl2pPr>
    <a:lvl3pPr marL="361950" indent="-180975" algn="l" rtl="0" fontAlgn="base">
      <a:spcBef>
        <a:spcPct val="0"/>
      </a:spcBef>
      <a:spcAft>
        <a:spcPct val="0"/>
      </a:spcAft>
      <a:buClr>
        <a:schemeClr val="tx2"/>
      </a:buClr>
      <a:buFont typeface="Arial" pitchFamily="34" charset="0"/>
      <a:buChar char="–"/>
      <a:defRPr sz="1000" kern="1200">
        <a:solidFill>
          <a:schemeClr val="tx1"/>
        </a:solidFill>
        <a:latin typeface="Arial" charset="0"/>
        <a:ea typeface="+mn-ea"/>
        <a:cs typeface="+mn-cs"/>
      </a:defRPr>
    </a:lvl3pPr>
    <a:lvl4pPr marL="542925" indent="-180975" algn="l" rtl="0" fontAlgn="base">
      <a:spcBef>
        <a:spcPct val="0"/>
      </a:spcBef>
      <a:spcAft>
        <a:spcPct val="0"/>
      </a:spcAft>
      <a:buClr>
        <a:schemeClr val="tx2"/>
      </a:buClr>
      <a:buFont typeface="Arial" pitchFamily="34" charset="0"/>
      <a:buChar char="–"/>
      <a:defRPr sz="1000" kern="1200">
        <a:solidFill>
          <a:schemeClr val="tx1"/>
        </a:solidFill>
        <a:latin typeface="Arial" charset="0"/>
        <a:ea typeface="+mn-ea"/>
        <a:cs typeface="+mn-cs"/>
      </a:defRPr>
    </a:lvl4pPr>
    <a:lvl5pPr marL="712788" indent="-169863" algn="l" rtl="0" fontAlgn="base">
      <a:spcBef>
        <a:spcPct val="0"/>
      </a:spcBef>
      <a:spcAft>
        <a:spcPct val="0"/>
      </a:spcAft>
      <a:buClr>
        <a:schemeClr val="tx2"/>
      </a:buClr>
      <a:buFont typeface="Arial" pitchFamily="34" charset="0"/>
      <a:buChar char="–"/>
      <a:defRPr sz="1000" kern="1200">
        <a:solidFill>
          <a:schemeClr val="tx1"/>
        </a:solidFill>
        <a:latin typeface="Arial" charset="0"/>
        <a:ea typeface="+mn-ea"/>
        <a:cs typeface="+mn-cs"/>
      </a:defRPr>
    </a:lvl5pPr>
    <a:lvl6pPr marL="2285740" algn="l" defTabSz="914296" rtl="0" eaLnBrk="1" latinLnBrk="0" hangingPunct="1">
      <a:defRPr sz="1200" kern="1200">
        <a:solidFill>
          <a:schemeClr val="tx1"/>
        </a:solidFill>
        <a:latin typeface="+mn-lt"/>
        <a:ea typeface="+mn-ea"/>
        <a:cs typeface="+mn-cs"/>
      </a:defRPr>
    </a:lvl6pPr>
    <a:lvl7pPr marL="2742888" algn="l" defTabSz="914296" rtl="0" eaLnBrk="1" latinLnBrk="0" hangingPunct="1">
      <a:defRPr sz="1200" kern="1200">
        <a:solidFill>
          <a:schemeClr val="tx1"/>
        </a:solidFill>
        <a:latin typeface="+mn-lt"/>
        <a:ea typeface="+mn-ea"/>
        <a:cs typeface="+mn-cs"/>
      </a:defRPr>
    </a:lvl7pPr>
    <a:lvl8pPr marL="3200036" algn="l" defTabSz="914296" rtl="0" eaLnBrk="1" latinLnBrk="0" hangingPunct="1">
      <a:defRPr sz="1200" kern="1200">
        <a:solidFill>
          <a:schemeClr val="tx1"/>
        </a:solidFill>
        <a:latin typeface="+mn-lt"/>
        <a:ea typeface="+mn-ea"/>
        <a:cs typeface="+mn-cs"/>
      </a:defRPr>
    </a:lvl8pPr>
    <a:lvl9pPr marL="3657184" algn="l" defTabSz="91429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4213" y="466725"/>
            <a:ext cx="5761037" cy="3240088"/>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17D2E66F-F39D-431A-92B9-38BCB45B539F}" type="slidenum">
              <a:rPr lang="de-DE" smtClean="0"/>
              <a:pPr/>
              <a:t>1</a:t>
            </a:fld>
            <a:endParaRPr lang="de-DE" dirty="0"/>
          </a:p>
        </p:txBody>
      </p:sp>
    </p:spTree>
    <p:extLst>
      <p:ext uri="{BB962C8B-B14F-4D97-AF65-F5344CB8AC3E}">
        <p14:creationId xmlns:p14="http://schemas.microsoft.com/office/powerpoint/2010/main" val="1291651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lienbildplatzhalter 1"/>
          <p:cNvSpPr>
            <a:spLocks noGrp="1" noRot="1" noChangeAspect="1" noTextEdit="1"/>
          </p:cNvSpPr>
          <p:nvPr>
            <p:ph type="sldImg"/>
          </p:nvPr>
        </p:nvSpPr>
        <p:spPr>
          <a:xfrm>
            <a:off x="684213" y="466725"/>
            <a:ext cx="5761037" cy="3240088"/>
          </a:xfrm>
          <a:ln/>
        </p:spPr>
      </p:sp>
      <p:sp>
        <p:nvSpPr>
          <p:cNvPr id="55299" name="Notizenplatzhalter 2"/>
          <p:cNvSpPr>
            <a:spLocks noGrp="1"/>
          </p:cNvSpPr>
          <p:nvPr>
            <p:ph type="body" idx="1"/>
          </p:nvPr>
        </p:nvSpPr>
        <p:spPr>
          <a:noFill/>
        </p:spPr>
        <p:txBody>
          <a:bodyPr/>
          <a:lstStyle/>
          <a:p>
            <a:endParaRPr lang="es-ES" altLang="en-US" dirty="0"/>
          </a:p>
        </p:txBody>
      </p:sp>
      <p:sp>
        <p:nvSpPr>
          <p:cNvPr id="4" name="Foliennummernplatzhalter 3"/>
          <p:cNvSpPr>
            <a:spLocks noGrp="1"/>
          </p:cNvSpPr>
          <p:nvPr>
            <p:ph type="sldNum" sz="quarter" idx="5"/>
          </p:nvPr>
        </p:nvSpPr>
        <p:spPr/>
        <p:txBody>
          <a:bodyPr/>
          <a:lstStyle/>
          <a:p>
            <a:pPr>
              <a:defRPr/>
            </a:pPr>
            <a:fld id="{55CC23CE-2282-40DF-BE68-41A64BA13167}" type="slidenum">
              <a:rPr lang="de-DE" smtClean="0">
                <a:solidFill>
                  <a:prstClr val="black"/>
                </a:solidFill>
              </a:rPr>
              <a:pPr>
                <a:defRPr/>
              </a:pPr>
              <a:t>2</a:t>
            </a:fld>
            <a:endParaRPr lang="de-DE" dirty="0">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360367" y="1080000"/>
            <a:ext cx="7739061" cy="900000"/>
          </a:xfrm>
        </p:spPr>
        <p:txBody>
          <a:bodyPr/>
          <a:lstStyle>
            <a:lvl1pPr>
              <a:lnSpc>
                <a:spcPts val="3200"/>
              </a:lnSpc>
              <a:defRPr sz="3000" baseline="0"/>
            </a:lvl1pPr>
          </a:lstStyle>
          <a:p>
            <a:r>
              <a:rPr lang="de-DE" dirty="0"/>
              <a:t>Fundamentals of Casting Process</a:t>
            </a:r>
            <a:br>
              <a:rPr lang="de-DE" dirty="0"/>
            </a:br>
            <a:endParaRPr lang="de-DE" dirty="0"/>
          </a:p>
        </p:txBody>
      </p:sp>
      <p:sp>
        <p:nvSpPr>
          <p:cNvPr id="3" name="Untertitel 2" hidden="1"/>
          <p:cNvSpPr>
            <a:spLocks noGrp="1"/>
          </p:cNvSpPr>
          <p:nvPr>
            <p:ph type="subTitle" idx="1"/>
          </p:nvPr>
        </p:nvSpPr>
        <p:spPr>
          <a:xfrm>
            <a:off x="1" y="-346"/>
            <a:ext cx="169025" cy="94557"/>
          </a:xfrm>
        </p:spPr>
        <p:txBody>
          <a:bodyPr/>
          <a:lstStyle>
            <a:lvl1pPr marL="0" indent="0" algn="l">
              <a:lnSpc>
                <a:spcPct val="100000"/>
              </a:lnSpc>
              <a:spcBef>
                <a:spcPts val="0"/>
              </a:spcBef>
              <a:buNone/>
              <a:defRPr sz="500">
                <a:solidFill>
                  <a:schemeClr val="bg1"/>
                </a:solidFill>
              </a:defRPr>
            </a:lvl1pPr>
            <a:lvl2pPr marL="457148" indent="0" algn="ctr">
              <a:buNone/>
              <a:defRPr>
                <a:solidFill>
                  <a:schemeClr val="tx1">
                    <a:tint val="75000"/>
                  </a:schemeClr>
                </a:solidFill>
              </a:defRPr>
            </a:lvl2pPr>
            <a:lvl3pPr marL="914296" indent="0" algn="ctr">
              <a:buNone/>
              <a:defRPr>
                <a:solidFill>
                  <a:schemeClr val="tx1">
                    <a:tint val="75000"/>
                  </a:schemeClr>
                </a:solidFill>
              </a:defRPr>
            </a:lvl3pPr>
            <a:lvl4pPr marL="1371444" indent="0" algn="ctr">
              <a:buNone/>
              <a:defRPr>
                <a:solidFill>
                  <a:schemeClr val="tx1">
                    <a:tint val="75000"/>
                  </a:schemeClr>
                </a:solidFill>
              </a:defRPr>
            </a:lvl4pPr>
            <a:lvl5pPr marL="1828592" indent="0" algn="ctr">
              <a:buNone/>
              <a:defRPr>
                <a:solidFill>
                  <a:schemeClr val="tx1">
                    <a:tint val="75000"/>
                  </a:schemeClr>
                </a:solidFill>
              </a:defRPr>
            </a:lvl5pPr>
            <a:lvl6pPr marL="2285740" indent="0" algn="ctr">
              <a:buNone/>
              <a:defRPr>
                <a:solidFill>
                  <a:schemeClr val="tx1">
                    <a:tint val="75000"/>
                  </a:schemeClr>
                </a:solidFill>
              </a:defRPr>
            </a:lvl6pPr>
            <a:lvl7pPr marL="2742888" indent="0" algn="ctr">
              <a:buNone/>
              <a:defRPr>
                <a:solidFill>
                  <a:schemeClr val="tx1">
                    <a:tint val="75000"/>
                  </a:schemeClr>
                </a:solidFill>
              </a:defRPr>
            </a:lvl7pPr>
            <a:lvl8pPr marL="3200036" indent="0" algn="ctr">
              <a:buNone/>
              <a:defRPr>
                <a:solidFill>
                  <a:schemeClr val="tx1">
                    <a:tint val="75000"/>
                  </a:schemeClr>
                </a:solidFill>
              </a:defRPr>
            </a:lvl8pPr>
            <a:lvl9pPr marL="3657184" indent="0" algn="ctr">
              <a:buNone/>
              <a:defRPr>
                <a:solidFill>
                  <a:schemeClr val="tx1">
                    <a:tint val="75000"/>
                  </a:schemeClr>
                </a:solidFill>
              </a:defRPr>
            </a:lvl9pPr>
          </a:lstStyle>
          <a:p>
            <a:r>
              <a:rPr lang="en-US"/>
              <a:t>Click to edit Master subtitle style</a:t>
            </a:r>
            <a:endParaRPr lang="de-DE" dirty="0"/>
          </a:p>
        </p:txBody>
      </p:sp>
      <p:sp>
        <p:nvSpPr>
          <p:cNvPr id="9" name="Textfeld 8"/>
          <p:cNvSpPr txBox="1"/>
          <p:nvPr userDrawn="1"/>
        </p:nvSpPr>
        <p:spPr>
          <a:xfrm>
            <a:off x="360366" y="2659335"/>
            <a:ext cx="7739061" cy="218008"/>
          </a:xfrm>
          <a:prstGeom prst="rect">
            <a:avLst/>
          </a:prstGeom>
          <a:noFill/>
        </p:spPr>
        <p:txBody>
          <a:bodyPr wrap="square" lIns="0" tIns="0" rIns="0" bIns="0" rtlCol="0">
            <a:spAutoFit/>
          </a:bodyPr>
          <a:lstStyle/>
          <a:p>
            <a:pPr>
              <a:lnSpc>
                <a:spcPts val="1700"/>
              </a:lnSpc>
              <a:spcBef>
                <a:spcPts val="840"/>
              </a:spcBef>
            </a:pPr>
            <a:r>
              <a:rPr lang="de-DE" sz="1200" dirty="0">
                <a:solidFill>
                  <a:srgbClr val="666666"/>
                </a:solidFill>
              </a:rPr>
              <a:t>ZF WIND POWER COIMBATORE </a:t>
            </a:r>
          </a:p>
        </p:txBody>
      </p:sp>
      <p:sp>
        <p:nvSpPr>
          <p:cNvPr id="4" name="Rechteck 3"/>
          <p:cNvSpPr/>
          <p:nvPr userDrawn="1"/>
        </p:nvSpPr>
        <p:spPr>
          <a:xfrm>
            <a:off x="0" y="4849092"/>
            <a:ext cx="9144000" cy="29440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lnSpc>
                <a:spcPts val="1700"/>
              </a:lnSpc>
              <a:spcBef>
                <a:spcPts val="840"/>
              </a:spcBef>
            </a:pPr>
            <a:endParaRPr lang="en-US" sz="1400" dirty="0" err="1">
              <a:solidFill>
                <a:schemeClr val="tx1"/>
              </a:solidFill>
              <a:latin typeface="Arial" pitchFamily="34" charset="0"/>
              <a:cs typeface="Arial" pitchFamily="34" charset="0"/>
            </a:endParaRPr>
          </a:p>
        </p:txBody>
      </p:sp>
      <p:sp>
        <p:nvSpPr>
          <p:cNvPr id="8" name="TW_Footer_2"/>
          <p:cNvSpPr txBox="1">
            <a:spLocks/>
          </p:cNvSpPr>
          <p:nvPr userDrawn="1"/>
        </p:nvSpPr>
        <p:spPr>
          <a:xfrm>
            <a:off x="360366" y="2356739"/>
            <a:ext cx="7739061" cy="198581"/>
          </a:xfrm>
          <a:prstGeom prst="rect">
            <a:avLst/>
          </a:prstGeom>
          <a:noFill/>
        </p:spPr>
        <p:txBody>
          <a:bodyPr wrap="square" lIns="0" tIns="0" rIns="0" bIns="0" rtlCol="0">
            <a:spAutoFit/>
          </a:bodyPr>
          <a:lstStyle>
            <a:defPPr>
              <a:defRPr lang="de-DE"/>
            </a:defPPr>
            <a:lvl1pPr algn="l" rtl="0" fontAlgn="base">
              <a:spcBef>
                <a:spcPct val="0"/>
              </a:spcBef>
              <a:spcAft>
                <a:spcPct val="0"/>
              </a:spcAft>
              <a:defRPr lang="de-DE" sz="1200" kern="1200" dirty="0">
                <a:solidFill>
                  <a:srgbClr val="666666"/>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a:lstStyle>
          <a:p>
            <a:pPr>
              <a:lnSpc>
                <a:spcPts val="1700"/>
              </a:lnSpc>
              <a:spcBef>
                <a:spcPts val="840"/>
              </a:spcBef>
            </a:pPr>
            <a:r>
              <a:rPr lang="de-DE" dirty="0"/>
              <a:t>SHREEDHAR</a:t>
            </a:r>
            <a:r>
              <a:rPr lang="de-DE" baseline="0" dirty="0"/>
              <a:t> S BAPAT </a:t>
            </a:r>
            <a:endParaRPr lang="de-DE" dirty="0"/>
          </a:p>
        </p:txBody>
      </p:sp>
      <p:sp>
        <p:nvSpPr>
          <p:cNvPr id="7" name="Textfeld 6"/>
          <p:cNvSpPr txBox="1"/>
          <p:nvPr userDrawn="1"/>
        </p:nvSpPr>
        <p:spPr>
          <a:xfrm>
            <a:off x="6279355" y="337153"/>
            <a:ext cx="1754981" cy="184666"/>
          </a:xfrm>
          <a:prstGeom prst="rect">
            <a:avLst/>
          </a:prstGeom>
          <a:noFill/>
        </p:spPr>
        <p:txBody>
          <a:bodyPr wrap="square" lIns="0" tIns="0" rIns="0" bIns="0" rtlCol="0">
            <a:spAutoFit/>
          </a:bodyPr>
          <a:lstStyle/>
          <a:p>
            <a:pPr>
              <a:spcBef>
                <a:spcPts val="0"/>
              </a:spcBef>
            </a:pPr>
            <a:r>
              <a:rPr lang="en-US" sz="1200" b="1" dirty="0"/>
              <a:t>MOTION AND MOBILITY</a:t>
            </a:r>
          </a:p>
        </p:txBody>
      </p:sp>
      <p:pic>
        <p:nvPicPr>
          <p:cNvPr id="17" name="Picture 3" descr="W:\Bearbeitung\ZF_CP\Master_TRW\ZF TRW Logo und Claim_1\ZF TRW Logo RZ\ZF TRW Logo ohne Claim\ZF TRW Logo ohne Kontrastlinie\PNG\ZF TRW Logo 4C 1.png"/>
          <p:cNvPicPr>
            <a:picLocks noChangeAspect="1" noChangeArrowheads="1"/>
          </p:cNvPicPr>
          <p:nvPr userDrawn="1"/>
        </p:nvPicPr>
        <p:blipFill rotWithShape="1">
          <a:blip>
            <a:extLst>
              <a:ext uri="{28A0092B-C50C-407E-A947-70E740481C1C}">
                <a14:useLocalDpi xmlns:a14="http://schemas.microsoft.com/office/drawing/2010/main" val="0"/>
              </a:ext>
            </a:extLst>
          </a:blip>
          <a:srcRect r="51802"/>
          <a:stretch/>
        </p:blipFill>
        <p:spPr bwMode="auto">
          <a:xfrm>
            <a:off x="8278539" y="180000"/>
            <a:ext cx="504305" cy="503640"/>
          </a:xfrm>
          <a:prstGeom prst="rect">
            <a:avLst/>
          </a:prstGeom>
          <a:noFill/>
          <a:extLst>
            <a:ext uri="{909E8E84-426E-40DD-AFC4-6F175D3DCCD1}">
              <a14:hiddenFill xmlns:a14="http://schemas.microsoft.com/office/drawing/2010/main">
                <a:solidFill>
                  <a:srgbClr val="FFFFFF"/>
                </a:solidFill>
              </a14:hiddenFill>
            </a:ext>
          </a:extLst>
        </p:spPr>
      </p:pic>
      <p:sp>
        <p:nvSpPr>
          <p:cNvPr id="5" name="novaPathPPTBox"/>
          <p:cNvSpPr txBox="1"/>
          <p:nvPr userDrawn="1"/>
        </p:nvSpPr>
        <p:spPr>
          <a:xfrm>
            <a:off x="6438900" y="4965700"/>
            <a:ext cx="266098" cy="23083"/>
          </a:xfrm>
          <a:prstGeom prst="rect">
            <a:avLst/>
          </a:prstGeom>
          <a:noFill/>
        </p:spPr>
        <p:txBody>
          <a:bodyPr vert="horz" wrap="none" lIns="0" tIns="0" rIns="0" bIns="0" rtlCol="0">
            <a:spAutoFit/>
          </a:bodyPr>
          <a:lstStyle/>
          <a:p>
            <a:pPr algn="l" fontAlgn="t">
              <a:lnSpc>
                <a:spcPts val="0"/>
              </a:lnSpc>
              <a:spcBef>
                <a:spcPts val="0"/>
              </a:spcBef>
            </a:pPr>
            <a:r>
              <a:rPr lang="en-US" sz="600">
                <a:solidFill>
                  <a:srgbClr val="000000"/>
                </a:solidFill>
                <a:latin typeface="Tahoma"/>
              </a:rPr>
              <a:t>Internal</a:t>
            </a:r>
            <a:endParaRPr lang="en-US" sz="600" dirty="0" err="1">
              <a:solidFill>
                <a:srgbClr val="000000"/>
              </a:solidFill>
              <a:latin typeface="Tahoma"/>
            </a:endParaRPr>
          </a:p>
        </p:txBody>
      </p:sp>
    </p:spTree>
    <p:extLst>
      <p:ext uri="{BB962C8B-B14F-4D97-AF65-F5344CB8AC3E}">
        <p14:creationId xmlns:p14="http://schemas.microsoft.com/office/powerpoint/2010/main" val="72102600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mit Nummerierung">
    <p:bg bwMode="gray">
      <p:bgPr>
        <a:solidFill>
          <a:schemeClr val="bg1"/>
        </a:solidFill>
        <a:effectLst/>
      </p:bgPr>
    </p:bg>
    <p:spTree>
      <p:nvGrpSpPr>
        <p:cNvPr id="1" name=""/>
        <p:cNvGrpSpPr/>
        <p:nvPr/>
      </p:nvGrpSpPr>
      <p:grpSpPr>
        <a:xfrm>
          <a:off x="0" y="0"/>
          <a:ext cx="0" cy="0"/>
          <a:chOff x="0" y="0"/>
          <a:chExt cx="0" cy="0"/>
        </a:xfrm>
      </p:grpSpPr>
      <p:sp>
        <p:nvSpPr>
          <p:cNvPr id="11" name="Rectangle 2"/>
          <p:cNvSpPr>
            <a:spLocks noChangeArrowheads="1"/>
          </p:cNvSpPr>
          <p:nvPr userDrawn="1"/>
        </p:nvSpPr>
        <p:spPr bwMode="gray">
          <a:xfrm>
            <a:off x="0" y="1079999"/>
            <a:ext cx="9147600" cy="3780000"/>
          </a:xfrm>
          <a:prstGeom prst="rect">
            <a:avLst/>
          </a:prstGeom>
          <a:solidFill>
            <a:schemeClr val="accent1"/>
          </a:solidFill>
          <a:ln>
            <a:noFill/>
          </a:ln>
          <a:effectLst/>
        </p:spPr>
        <p:txBody>
          <a:bodyPr wrap="none" lIns="91430" tIns="45715" rIns="91430" bIns="45715" anchor="ctr"/>
          <a:lstStyle/>
          <a:p>
            <a:endParaRPr lang="de-DE">
              <a:solidFill>
                <a:schemeClr val="accent6"/>
              </a:solidFill>
            </a:endParaRPr>
          </a:p>
        </p:txBody>
      </p:sp>
      <p:sp>
        <p:nvSpPr>
          <p:cNvPr id="13" name="Textplatzhalter 12"/>
          <p:cNvSpPr>
            <a:spLocks noGrp="1"/>
          </p:cNvSpPr>
          <p:nvPr>
            <p:ph type="body" sz="quarter" idx="13"/>
          </p:nvPr>
        </p:nvSpPr>
        <p:spPr bwMode="gray">
          <a:xfrm>
            <a:off x="359998" y="1260000"/>
            <a:ext cx="8425226" cy="3348000"/>
          </a:xfrm>
        </p:spPr>
        <p:txBody>
          <a:bodyPr/>
          <a:lstStyle>
            <a:lvl1pPr marL="431951" indent="-377782">
              <a:lnSpc>
                <a:spcPct val="100000"/>
              </a:lnSpc>
              <a:buClr>
                <a:schemeClr val="tx1"/>
              </a:buClr>
              <a:buFont typeface="+mj-lt"/>
              <a:buAutoNum type="arabicPeriod"/>
              <a:defRPr sz="1400">
                <a:solidFill>
                  <a:schemeClr val="tx1"/>
                </a:solidFill>
              </a:defRPr>
            </a:lvl1pPr>
            <a:lvl2pPr marL="431951" indent="-377782">
              <a:lnSpc>
                <a:spcPct val="100000"/>
              </a:lnSpc>
              <a:buClr>
                <a:schemeClr val="tx1"/>
              </a:buClr>
              <a:buSzPct val="100000"/>
              <a:buFont typeface="+mj-lt"/>
              <a:buAutoNum type="arabicPeriod"/>
              <a:defRPr sz="1400">
                <a:solidFill>
                  <a:schemeClr val="tx1"/>
                </a:solidFill>
              </a:defRPr>
            </a:lvl2pPr>
            <a:lvl3pPr marL="431951" indent="-377782">
              <a:lnSpc>
                <a:spcPct val="100000"/>
              </a:lnSpc>
              <a:buClr>
                <a:schemeClr val="tx1"/>
              </a:buClr>
              <a:buSzPct val="100000"/>
              <a:buFont typeface="+mj-lt"/>
              <a:buAutoNum type="arabicPeriod"/>
              <a:defRPr sz="1400">
                <a:solidFill>
                  <a:schemeClr val="tx1"/>
                </a:solidFill>
              </a:defRPr>
            </a:lvl3pPr>
            <a:lvl4pPr marL="431951" indent="-377782">
              <a:lnSpc>
                <a:spcPct val="100000"/>
              </a:lnSpc>
              <a:buClr>
                <a:schemeClr val="tx1"/>
              </a:buClr>
              <a:buSzPct val="100000"/>
              <a:buFont typeface="+mj-lt"/>
              <a:buAutoNum type="arabicPeriod"/>
              <a:defRPr sz="1400">
                <a:solidFill>
                  <a:schemeClr val="tx1"/>
                </a:solidFill>
              </a:defRPr>
            </a:lvl4pPr>
            <a:lvl5pPr marL="431951" indent="-377782">
              <a:lnSpc>
                <a:spcPct val="100000"/>
              </a:lnSpc>
              <a:buClr>
                <a:schemeClr val="tx1"/>
              </a:buClr>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0"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Tree>
    <p:extLst>
      <p:ext uri="{BB962C8B-B14F-4D97-AF65-F5344CB8AC3E}">
        <p14:creationId xmlns:p14="http://schemas.microsoft.com/office/powerpoint/2010/main" val="138493496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bg bwMode="gray">
      <p:bgPr>
        <a:solidFill>
          <a:schemeClr val="bg1"/>
        </a:solidFill>
        <a:effectLst/>
      </p:bgPr>
    </p:bg>
    <p:spTree>
      <p:nvGrpSpPr>
        <p:cNvPr id="1" name=""/>
        <p:cNvGrpSpPr/>
        <p:nvPr/>
      </p:nvGrpSpPr>
      <p:grpSpPr>
        <a:xfrm>
          <a:off x="0" y="0"/>
          <a:ext cx="0" cy="0"/>
          <a:chOff x="0" y="0"/>
          <a:chExt cx="0" cy="0"/>
        </a:xfrm>
      </p:grpSpPr>
      <p:sp>
        <p:nvSpPr>
          <p:cNvPr id="6" name="Textplatzhalter 3"/>
          <p:cNvSpPr>
            <a:spLocks noGrp="1"/>
          </p:cNvSpPr>
          <p:nvPr>
            <p:ph idx="1"/>
          </p:nvPr>
        </p:nvSpPr>
        <p:spPr bwMode="gray">
          <a:xfrm>
            <a:off x="359999" y="1080000"/>
            <a:ext cx="8425226" cy="378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Tree>
    <p:extLst>
      <p:ext uri="{BB962C8B-B14F-4D97-AF65-F5344CB8AC3E}">
        <p14:creationId xmlns:p14="http://schemas.microsoft.com/office/powerpoint/2010/main" val="3453433840"/>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8"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Tree>
    <p:extLst>
      <p:ext uri="{BB962C8B-B14F-4D97-AF65-F5344CB8AC3E}">
        <p14:creationId xmlns:p14="http://schemas.microsoft.com/office/powerpoint/2010/main" val="292533164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68174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Zwei Blöcke">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360000" y="1081087"/>
            <a:ext cx="4122737"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2"/>
          <p:cNvSpPr>
            <a:spLocks noGrp="1"/>
          </p:cNvSpPr>
          <p:nvPr>
            <p:ph idx="13"/>
          </p:nvPr>
        </p:nvSpPr>
        <p:spPr bwMode="gray">
          <a:xfrm>
            <a:off x="4661096" y="1081089"/>
            <a:ext cx="4122000"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0"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Tree>
    <p:extLst>
      <p:ext uri="{BB962C8B-B14F-4D97-AF65-F5344CB8AC3E}">
        <p14:creationId xmlns:p14="http://schemas.microsoft.com/office/powerpoint/2010/main" val="48149001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Blöcke horizontal">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360363" y="1081087"/>
            <a:ext cx="8424862"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2"/>
          <p:cNvSpPr>
            <a:spLocks noGrp="1"/>
          </p:cNvSpPr>
          <p:nvPr>
            <p:ph idx="13"/>
          </p:nvPr>
        </p:nvSpPr>
        <p:spPr bwMode="gray">
          <a:xfrm>
            <a:off x="360363" y="3061087"/>
            <a:ext cx="8424862"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0"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Tree>
    <p:extLst>
      <p:ext uri="{BB962C8B-B14F-4D97-AF65-F5344CB8AC3E}">
        <p14:creationId xmlns:p14="http://schemas.microsoft.com/office/powerpoint/2010/main" val="39761235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ei Blöcke">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360364" y="1081087"/>
            <a:ext cx="2682000"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Inhaltsplatzhalter 2"/>
          <p:cNvSpPr>
            <a:spLocks noGrp="1"/>
          </p:cNvSpPr>
          <p:nvPr>
            <p:ph idx="17"/>
          </p:nvPr>
        </p:nvSpPr>
        <p:spPr bwMode="gray">
          <a:xfrm>
            <a:off x="6100763" y="1081089"/>
            <a:ext cx="2682000"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1"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
        <p:nvSpPr>
          <p:cNvPr id="12" name="Inhaltsplatzhalter 2"/>
          <p:cNvSpPr>
            <a:spLocks noGrp="1"/>
          </p:cNvSpPr>
          <p:nvPr>
            <p:ph idx="13"/>
          </p:nvPr>
        </p:nvSpPr>
        <p:spPr bwMode="gray">
          <a:xfrm>
            <a:off x="3229200" y="1081089"/>
            <a:ext cx="2682000"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361832721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ei Blöcke (zwei nebeneinander)">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3"/>
          </p:nvPr>
        </p:nvSpPr>
        <p:spPr bwMode="gray">
          <a:xfrm>
            <a:off x="4661096" y="1081085"/>
            <a:ext cx="412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Inhaltsplatzhalter 2"/>
          <p:cNvSpPr>
            <a:spLocks noGrp="1"/>
          </p:cNvSpPr>
          <p:nvPr>
            <p:ph idx="1"/>
          </p:nvPr>
        </p:nvSpPr>
        <p:spPr bwMode="gray">
          <a:xfrm>
            <a:off x="360363" y="1081087"/>
            <a:ext cx="4122737"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1"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
        <p:nvSpPr>
          <p:cNvPr id="12" name="Inhaltsplatzhalter 2"/>
          <p:cNvSpPr>
            <a:spLocks noGrp="1"/>
          </p:cNvSpPr>
          <p:nvPr>
            <p:ph idx="14"/>
          </p:nvPr>
        </p:nvSpPr>
        <p:spPr bwMode="gray">
          <a:xfrm>
            <a:off x="4660523" y="3060001"/>
            <a:ext cx="4122000" cy="180161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715117511"/>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er Blöcke">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3"/>
          </p:nvPr>
        </p:nvSpPr>
        <p:spPr bwMode="gray">
          <a:xfrm>
            <a:off x="4660899" y="1081087"/>
            <a:ext cx="412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Inhaltsplatzhalter 2"/>
          <p:cNvSpPr>
            <a:spLocks noGrp="1"/>
          </p:cNvSpPr>
          <p:nvPr>
            <p:ph idx="15"/>
          </p:nvPr>
        </p:nvSpPr>
        <p:spPr bwMode="gray">
          <a:xfrm>
            <a:off x="360363" y="1081087"/>
            <a:ext cx="4122737" cy="1800000"/>
          </a:xfrm>
          <a:prstGeom prst="rect">
            <a:avLst/>
          </a:prstGeom>
        </p:spPr>
        <p:txBody>
          <a:bodyPr/>
          <a:lstStyle>
            <a:lvl2pPr>
              <a:spcBef>
                <a:spcPts val="800"/>
              </a:spcBef>
              <a:buClr>
                <a:srgbClr val="999999"/>
              </a:buCl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9" name="Inhaltsplatzhalter 2"/>
          <p:cNvSpPr>
            <a:spLocks noGrp="1"/>
          </p:cNvSpPr>
          <p:nvPr>
            <p:ph idx="16"/>
          </p:nvPr>
        </p:nvSpPr>
        <p:spPr bwMode="gray">
          <a:xfrm>
            <a:off x="360363" y="3060000"/>
            <a:ext cx="4122737"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2"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
        <p:nvSpPr>
          <p:cNvPr id="13" name="Inhaltsplatzhalter 2"/>
          <p:cNvSpPr>
            <a:spLocks noGrp="1"/>
          </p:cNvSpPr>
          <p:nvPr>
            <p:ph idx="14"/>
          </p:nvPr>
        </p:nvSpPr>
        <p:spPr bwMode="gray">
          <a:xfrm>
            <a:off x="4660523" y="3060001"/>
            <a:ext cx="4122000" cy="180161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199404723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er Blöcke (drei nebeneinander)">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360364" y="1081087"/>
            <a:ext cx="2682000"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2"/>
          <p:cNvSpPr>
            <a:spLocks noGrp="1"/>
          </p:cNvSpPr>
          <p:nvPr>
            <p:ph idx="13"/>
          </p:nvPr>
        </p:nvSpPr>
        <p:spPr bwMode="gray">
          <a:xfrm>
            <a:off x="3229200" y="1081089"/>
            <a:ext cx="2682000"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Inhaltsplatzhalter 2"/>
          <p:cNvSpPr>
            <a:spLocks noGrp="1"/>
          </p:cNvSpPr>
          <p:nvPr>
            <p:ph idx="17"/>
          </p:nvPr>
        </p:nvSpPr>
        <p:spPr bwMode="gray">
          <a:xfrm>
            <a:off x="6102000" y="1081087"/>
            <a:ext cx="268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9" name="Inhaltsplatzhalter 2"/>
          <p:cNvSpPr>
            <a:spLocks noGrp="1"/>
          </p:cNvSpPr>
          <p:nvPr>
            <p:ph idx="18"/>
          </p:nvPr>
        </p:nvSpPr>
        <p:spPr bwMode="gray">
          <a:xfrm>
            <a:off x="6102000" y="3060000"/>
            <a:ext cx="268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2"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Tree>
    <p:extLst>
      <p:ext uri="{BB962C8B-B14F-4D97-AF65-F5344CB8AC3E}">
        <p14:creationId xmlns:p14="http://schemas.microsoft.com/office/powerpoint/2010/main" val="2816530818"/>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hs Blöcke">
    <p:bg bwMode="gray">
      <p:bgPr>
        <a:solidFill>
          <a:schemeClr val="bg1"/>
        </a:solidFill>
        <a:effectLst/>
      </p:bgPr>
    </p:bg>
    <p:spTree>
      <p:nvGrpSpPr>
        <p:cNvPr id="1" name=""/>
        <p:cNvGrpSpPr/>
        <p:nvPr/>
      </p:nvGrpSpPr>
      <p:grpSpPr>
        <a:xfrm>
          <a:off x="0" y="0"/>
          <a:ext cx="0" cy="0"/>
          <a:chOff x="0" y="0"/>
          <a:chExt cx="0" cy="0"/>
        </a:xfrm>
      </p:grpSpPr>
      <p:sp>
        <p:nvSpPr>
          <p:cNvPr id="8" name="Inhaltsplatzhalter 2"/>
          <p:cNvSpPr>
            <a:spLocks noGrp="1"/>
          </p:cNvSpPr>
          <p:nvPr>
            <p:ph idx="17"/>
          </p:nvPr>
        </p:nvSpPr>
        <p:spPr bwMode="gray">
          <a:xfrm>
            <a:off x="6102000" y="1081087"/>
            <a:ext cx="268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9" name="Inhaltsplatzhalter 2"/>
          <p:cNvSpPr>
            <a:spLocks noGrp="1"/>
          </p:cNvSpPr>
          <p:nvPr>
            <p:ph idx="18"/>
          </p:nvPr>
        </p:nvSpPr>
        <p:spPr bwMode="gray">
          <a:xfrm>
            <a:off x="6102000" y="3060000"/>
            <a:ext cx="268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2"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
        <p:nvSpPr>
          <p:cNvPr id="10" name="Inhaltsplatzhalter 2"/>
          <p:cNvSpPr>
            <a:spLocks noGrp="1"/>
          </p:cNvSpPr>
          <p:nvPr>
            <p:ph idx="19"/>
          </p:nvPr>
        </p:nvSpPr>
        <p:spPr bwMode="gray">
          <a:xfrm>
            <a:off x="3229200" y="1081089"/>
            <a:ext cx="268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1" name="Inhaltsplatzhalter 2"/>
          <p:cNvSpPr>
            <a:spLocks noGrp="1"/>
          </p:cNvSpPr>
          <p:nvPr>
            <p:ph idx="20"/>
          </p:nvPr>
        </p:nvSpPr>
        <p:spPr bwMode="gray">
          <a:xfrm>
            <a:off x="3229200" y="3061089"/>
            <a:ext cx="268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3" name="Inhaltsplatzhalter 2"/>
          <p:cNvSpPr>
            <a:spLocks noGrp="1"/>
          </p:cNvSpPr>
          <p:nvPr>
            <p:ph idx="21"/>
          </p:nvPr>
        </p:nvSpPr>
        <p:spPr bwMode="gray">
          <a:xfrm>
            <a:off x="360364" y="1081087"/>
            <a:ext cx="268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4" name="Inhaltsplatzhalter 2"/>
          <p:cNvSpPr>
            <a:spLocks noGrp="1"/>
          </p:cNvSpPr>
          <p:nvPr>
            <p:ph idx="22"/>
          </p:nvPr>
        </p:nvSpPr>
        <p:spPr bwMode="gray">
          <a:xfrm>
            <a:off x="360364" y="3061087"/>
            <a:ext cx="2682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314879278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vollflächig">
    <p:bg bwMode="gray">
      <p:bgPr>
        <a:solidFill>
          <a:schemeClr val="bg1"/>
        </a:solidFill>
        <a:effectLst/>
      </p:bgPr>
    </p:bg>
    <p:spTree>
      <p:nvGrpSpPr>
        <p:cNvPr id="1" name=""/>
        <p:cNvGrpSpPr/>
        <p:nvPr/>
      </p:nvGrpSpPr>
      <p:grpSpPr>
        <a:xfrm>
          <a:off x="0" y="0"/>
          <a:ext cx="0" cy="0"/>
          <a:chOff x="0" y="0"/>
          <a:chExt cx="0" cy="0"/>
        </a:xfrm>
      </p:grpSpPr>
      <p:sp>
        <p:nvSpPr>
          <p:cNvPr id="7" name="Bildplatzhalter 6"/>
          <p:cNvSpPr>
            <a:spLocks noGrp="1"/>
          </p:cNvSpPr>
          <p:nvPr>
            <p:ph type="pic" sz="quarter" idx="13"/>
          </p:nvPr>
        </p:nvSpPr>
        <p:spPr bwMode="gray">
          <a:xfrm>
            <a:off x="0" y="1080000"/>
            <a:ext cx="9147600" cy="3780000"/>
          </a:xfrm>
          <a:solidFill>
            <a:srgbClr val="EEF1F3"/>
          </a:solidFill>
        </p:spPr>
        <p:txBody>
          <a:bodyPr/>
          <a:lstStyle/>
          <a:p>
            <a:r>
              <a:rPr lang="en-US"/>
              <a:t>Click icon to add picture</a:t>
            </a:r>
            <a:endParaRPr lang="de-DE"/>
          </a:p>
        </p:txBody>
      </p:sp>
      <p:sp>
        <p:nvSpPr>
          <p:cNvPr id="10"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
        <p:nvSpPr>
          <p:cNvPr id="8" name="Rechteck 7"/>
          <p:cNvSpPr/>
          <p:nvPr userDrawn="1"/>
        </p:nvSpPr>
        <p:spPr>
          <a:xfrm>
            <a:off x="-1363288" y="1081087"/>
            <a:ext cx="1321867" cy="2693601"/>
          </a:xfrm>
          <a:prstGeom prst="rect">
            <a:avLst/>
          </a:prstGeom>
          <a:solidFill>
            <a:srgbClr val="FFDD99"/>
          </a:solidFill>
          <a:ln w="12700">
            <a:solidFill>
              <a:srgbClr val="C7006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lnSpc>
                <a:spcPct val="100000"/>
              </a:lnSpc>
              <a:spcBef>
                <a:spcPts val="0"/>
              </a:spcBef>
            </a:pPr>
            <a:r>
              <a:rPr lang="de-DE" sz="900" dirty="0">
                <a:solidFill>
                  <a:schemeClr val="tx1"/>
                </a:solidFill>
                <a:latin typeface="Arial" pitchFamily="34" charset="0"/>
                <a:cs typeface="Arial" pitchFamily="34" charset="0"/>
              </a:rPr>
              <a:t>Bei Bedarf kann eine transparente </a:t>
            </a:r>
            <a:r>
              <a:rPr lang="de-DE" sz="900" dirty="0" err="1">
                <a:solidFill>
                  <a:schemeClr val="tx1"/>
                </a:solidFill>
                <a:latin typeface="Arial" pitchFamily="34" charset="0"/>
                <a:cs typeface="Arial" pitchFamily="34" charset="0"/>
              </a:rPr>
              <a:t>Textbox</a:t>
            </a:r>
            <a:r>
              <a:rPr lang="de-DE" sz="900" dirty="0">
                <a:solidFill>
                  <a:schemeClr val="tx1"/>
                </a:solidFill>
                <a:latin typeface="Arial" pitchFamily="34" charset="0"/>
                <a:cs typeface="Arial" pitchFamily="34" charset="0"/>
              </a:rPr>
              <a:t> über den Menüpunkt „Einfügen-Elemente-Standard“ eingefügt werden.</a:t>
            </a:r>
          </a:p>
          <a:p>
            <a:pPr algn="l">
              <a:lnSpc>
                <a:spcPct val="100000"/>
              </a:lnSpc>
              <a:spcBef>
                <a:spcPts val="0"/>
              </a:spcBef>
            </a:pPr>
            <a:r>
              <a:rPr lang="de-DE" sz="900" dirty="0">
                <a:solidFill>
                  <a:schemeClr val="tx1"/>
                </a:solidFill>
                <a:latin typeface="Arial" pitchFamily="34" charset="0"/>
                <a:cs typeface="Arial" pitchFamily="34" charset="0"/>
              </a:rPr>
              <a:t>-------------------------------</a:t>
            </a:r>
          </a:p>
          <a:p>
            <a:pPr algn="l">
              <a:lnSpc>
                <a:spcPct val="100000"/>
              </a:lnSpc>
              <a:spcBef>
                <a:spcPts val="0"/>
              </a:spcBef>
            </a:pPr>
            <a:r>
              <a:rPr lang="en-US" sz="900" dirty="0">
                <a:solidFill>
                  <a:schemeClr val="tx1"/>
                </a:solidFill>
                <a:latin typeface="Arial" pitchFamily="34" charset="0"/>
                <a:cs typeface="Arial" pitchFamily="34" charset="0"/>
              </a:rPr>
              <a:t>Upon need, a transparent textbox can be added in via the "Insert-Elements-Standard" menu item</a:t>
            </a:r>
            <a:endParaRPr lang="de-DE" sz="900" dirty="0">
              <a:solidFill>
                <a:schemeClr val="tx1"/>
              </a:solidFill>
              <a:latin typeface="Arial" pitchFamily="34" charset="0"/>
              <a:cs typeface="Arial" pitchFamily="34" charset="0"/>
            </a:endParaRPr>
          </a:p>
          <a:p>
            <a:pPr algn="l">
              <a:lnSpc>
                <a:spcPct val="100000"/>
              </a:lnSpc>
              <a:spcBef>
                <a:spcPts val="0"/>
              </a:spcBef>
            </a:pPr>
            <a:endParaRPr lang="de-DE" sz="9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406347557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schlussfolie">
    <p:bg bwMode="gray">
      <p:bgPr>
        <a:solidFill>
          <a:schemeClr val="bg1"/>
        </a:solidFill>
        <a:effectLst/>
      </p:bgPr>
    </p:bg>
    <p:spTree>
      <p:nvGrpSpPr>
        <p:cNvPr id="1" name=""/>
        <p:cNvGrpSpPr/>
        <p:nvPr/>
      </p:nvGrpSpPr>
      <p:grpSpPr>
        <a:xfrm>
          <a:off x="0" y="0"/>
          <a:ext cx="0" cy="0"/>
          <a:chOff x="0" y="0"/>
          <a:chExt cx="0" cy="0"/>
        </a:xfrm>
      </p:grpSpPr>
      <p:sp>
        <p:nvSpPr>
          <p:cNvPr id="7" name="Bildplatzhalter 6"/>
          <p:cNvSpPr>
            <a:spLocks noGrp="1"/>
          </p:cNvSpPr>
          <p:nvPr>
            <p:ph type="pic" sz="quarter" idx="13"/>
          </p:nvPr>
        </p:nvSpPr>
        <p:spPr bwMode="gray">
          <a:xfrm>
            <a:off x="0" y="1081087"/>
            <a:ext cx="9147600" cy="3780000"/>
          </a:xfrm>
          <a:solidFill>
            <a:srgbClr val="EEF1F3"/>
          </a:solidFill>
        </p:spPr>
        <p:txBody>
          <a:bodyPr/>
          <a:lstStyle>
            <a:lvl1pPr>
              <a:defRPr>
                <a:solidFill>
                  <a:schemeClr val="tx1"/>
                </a:solidFill>
              </a:defRPr>
            </a:lvl1pPr>
          </a:lstStyle>
          <a:p>
            <a:r>
              <a:rPr lang="en-US"/>
              <a:t>Click icon to add picture</a:t>
            </a:r>
            <a:endParaRPr lang="de-DE" dirty="0"/>
          </a:p>
        </p:txBody>
      </p:sp>
      <p:sp>
        <p:nvSpPr>
          <p:cNvPr id="9" name="Rechteck 8"/>
          <p:cNvSpPr/>
          <p:nvPr userDrawn="1"/>
        </p:nvSpPr>
        <p:spPr bwMode="gray">
          <a:xfrm>
            <a:off x="7277102" y="4895222"/>
            <a:ext cx="1609725" cy="178594"/>
          </a:xfrm>
          <a:prstGeom prst="rect">
            <a:avLst/>
          </a:prstGeom>
          <a:solidFill>
            <a:schemeClr val="bg1"/>
          </a:solidFill>
          <a:ln>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de-DE"/>
          </a:p>
        </p:txBody>
      </p:sp>
      <p:sp>
        <p:nvSpPr>
          <p:cNvPr id="14"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en-US"/>
              <a:t>Click to edit Master title style</a:t>
            </a:r>
            <a:endParaRPr lang="de-DE" dirty="0"/>
          </a:p>
        </p:txBody>
      </p:sp>
      <p:sp>
        <p:nvSpPr>
          <p:cNvPr id="2" name="Rechteck 1"/>
          <p:cNvSpPr/>
          <p:nvPr userDrawn="1"/>
        </p:nvSpPr>
        <p:spPr>
          <a:xfrm>
            <a:off x="-1363288" y="1081087"/>
            <a:ext cx="1321867" cy="2693601"/>
          </a:xfrm>
          <a:prstGeom prst="rect">
            <a:avLst/>
          </a:prstGeom>
          <a:solidFill>
            <a:srgbClr val="FFDD99"/>
          </a:solidFill>
          <a:ln w="12700">
            <a:solidFill>
              <a:srgbClr val="C7006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lnSpc>
                <a:spcPct val="100000"/>
              </a:lnSpc>
              <a:spcBef>
                <a:spcPts val="0"/>
              </a:spcBef>
            </a:pPr>
            <a:r>
              <a:rPr lang="de-DE" sz="900" dirty="0">
                <a:solidFill>
                  <a:schemeClr val="tx1"/>
                </a:solidFill>
                <a:latin typeface="Arial" pitchFamily="34" charset="0"/>
                <a:cs typeface="Arial" pitchFamily="34" charset="0"/>
              </a:rPr>
              <a:t>Bei Bedarf können  Platzhalter für ein persönliches Bild und Referenteninfos über den Menüpunkt „Einfügen-Elemente-Standard“ eingefügt werden.</a:t>
            </a:r>
          </a:p>
          <a:p>
            <a:pPr algn="l">
              <a:lnSpc>
                <a:spcPct val="100000"/>
              </a:lnSpc>
              <a:spcBef>
                <a:spcPts val="0"/>
              </a:spcBef>
            </a:pPr>
            <a:r>
              <a:rPr lang="de-DE" sz="900" dirty="0">
                <a:solidFill>
                  <a:schemeClr val="tx1"/>
                </a:solidFill>
                <a:latin typeface="Arial" pitchFamily="34" charset="0"/>
                <a:cs typeface="Arial" pitchFamily="34" charset="0"/>
              </a:rPr>
              <a:t>-------------------------------</a:t>
            </a:r>
          </a:p>
          <a:p>
            <a:pPr algn="l">
              <a:lnSpc>
                <a:spcPct val="100000"/>
              </a:lnSpc>
              <a:spcBef>
                <a:spcPts val="0"/>
              </a:spcBef>
            </a:pPr>
            <a:r>
              <a:rPr lang="en-US" sz="900" dirty="0">
                <a:solidFill>
                  <a:schemeClr val="tx1"/>
                </a:solidFill>
                <a:latin typeface="Arial" pitchFamily="34" charset="0"/>
                <a:cs typeface="Arial" pitchFamily="34" charset="0"/>
              </a:rPr>
              <a:t>Upon need, placeholders for a personal picture and information about the consultant can be added in via the "Insert- Elements-Standard" menu item</a:t>
            </a:r>
            <a:endParaRPr lang="de-DE" sz="900" dirty="0">
              <a:solidFill>
                <a:schemeClr val="tx1"/>
              </a:solidFill>
              <a:latin typeface="Arial" pitchFamily="34" charset="0"/>
              <a:cs typeface="Arial" pitchFamily="34" charset="0"/>
            </a:endParaRPr>
          </a:p>
        </p:txBody>
      </p:sp>
      <p:sp useBgFill="1">
        <p:nvSpPr>
          <p:cNvPr id="8" name="Textfeld 7"/>
          <p:cNvSpPr txBox="1"/>
          <p:nvPr userDrawn="1"/>
        </p:nvSpPr>
        <p:spPr bwMode="black">
          <a:xfrm>
            <a:off x="360363" y="4895428"/>
            <a:ext cx="8424862" cy="207749"/>
          </a:xfrm>
          <a:prstGeom prst="rect">
            <a:avLst/>
          </a:prstGeom>
        </p:spPr>
        <p:txBody>
          <a:bodyPr wrap="square" lIns="0" tIns="0" rIns="0" bIns="0" rtlCol="0">
            <a:noAutofit/>
          </a:bodyPr>
          <a:lstStyle/>
          <a:p>
            <a:pPr>
              <a:lnSpc>
                <a:spcPts val="900"/>
              </a:lnSpc>
            </a:pPr>
            <a:r>
              <a:rPr lang="de-DE" sz="600" dirty="0">
                <a:solidFill>
                  <a:srgbClr val="666666"/>
                </a:solidFill>
              </a:rPr>
              <a:t>ZF Friedrichshafen AG behält sich sämtliche Rechte an den gezeigten technischen Informationen einschließlich der Rechte zur Hinterlegung von Schutzrechtsanmeldungen und an daraus entstehenden Schutzrechten im In- und Ausland vor.</a:t>
            </a:r>
          </a:p>
          <a:p>
            <a:pPr>
              <a:lnSpc>
                <a:spcPts val="900"/>
              </a:lnSpc>
            </a:pPr>
            <a:r>
              <a:rPr lang="en-US" sz="600" dirty="0">
                <a:solidFill>
                  <a:srgbClr val="666666"/>
                </a:solidFill>
              </a:rPr>
              <a:t>ZF Friedrichshafen AG reserves all rights regarding the shown technical information including the right to file industrial property right applications and the industrial property rights resulting from these in Germany and abroad.</a:t>
            </a:r>
            <a:endParaRPr lang="de-DE" sz="600" dirty="0">
              <a:solidFill>
                <a:srgbClr val="666666"/>
              </a:solidFill>
            </a:endParaRPr>
          </a:p>
        </p:txBody>
      </p:sp>
    </p:spTree>
    <p:extLst>
      <p:ext uri="{BB962C8B-B14F-4D97-AF65-F5344CB8AC3E}">
        <p14:creationId xmlns:p14="http://schemas.microsoft.com/office/powerpoint/2010/main" val="72798823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7"/>
          <p:cNvSpPr>
            <a:spLocks noGrp="1" noChangeArrowheads="1"/>
          </p:cNvSpPr>
          <p:nvPr>
            <p:ph type="dt" sz="half" idx="10"/>
          </p:nvPr>
        </p:nvSpPr>
        <p:spPr>
          <a:xfrm>
            <a:off x="457200" y="4682729"/>
            <a:ext cx="2133600" cy="342900"/>
          </a:xfrm>
          <a:prstGeom prst="rect">
            <a:avLst/>
          </a:prstGeom>
          <a:ln/>
        </p:spPr>
        <p:txBody>
          <a:bodyPr/>
          <a:lstStyle>
            <a:lvl1pPr>
              <a:defRPr/>
            </a:lvl1pPr>
          </a:lstStyle>
          <a:p>
            <a:pPr>
              <a:defRPr/>
            </a:pPr>
            <a:endParaRPr lang="en-US" altLang="en-US"/>
          </a:p>
        </p:txBody>
      </p:sp>
      <p:sp>
        <p:nvSpPr>
          <p:cNvPr id="5" name="Rectangle 48"/>
          <p:cNvSpPr>
            <a:spLocks noGrp="1" noChangeArrowheads="1"/>
          </p:cNvSpPr>
          <p:nvPr>
            <p:ph type="ftr" sz="quarter" idx="11"/>
          </p:nvPr>
        </p:nvSpPr>
        <p:spPr>
          <a:xfrm>
            <a:off x="3124200" y="4686300"/>
            <a:ext cx="2895600" cy="342900"/>
          </a:xfrm>
          <a:prstGeom prst="rect">
            <a:avLst/>
          </a:prstGeom>
          <a:ln/>
        </p:spPr>
        <p:txBody>
          <a:bodyPr/>
          <a:lstStyle>
            <a:lvl1pPr>
              <a:defRPr/>
            </a:lvl1pPr>
          </a:lstStyle>
          <a:p>
            <a:pPr>
              <a:defRPr/>
            </a:pPr>
            <a:endParaRPr lang="en-US" altLang="en-US"/>
          </a:p>
        </p:txBody>
      </p:sp>
      <p:sp>
        <p:nvSpPr>
          <p:cNvPr id="6" name="Rectangle 49"/>
          <p:cNvSpPr>
            <a:spLocks noGrp="1" noChangeArrowheads="1"/>
          </p:cNvSpPr>
          <p:nvPr>
            <p:ph type="sldNum" sz="quarter" idx="12"/>
          </p:nvPr>
        </p:nvSpPr>
        <p:spPr>
          <a:xfrm>
            <a:off x="6553200" y="4682729"/>
            <a:ext cx="2133600" cy="342900"/>
          </a:xfrm>
          <a:prstGeom prst="rect">
            <a:avLst/>
          </a:prstGeom>
          <a:ln/>
        </p:spPr>
        <p:txBody>
          <a:bodyPr/>
          <a:lstStyle>
            <a:lvl1pPr>
              <a:defRPr/>
            </a:lvl1pPr>
          </a:lstStyle>
          <a:p>
            <a:pPr>
              <a:defRPr/>
            </a:pPr>
            <a:fld id="{D8717AFF-10CE-42EE-9935-8291C28327E3}" type="slidenum">
              <a:rPr lang="en-US" altLang="en-US"/>
              <a:pPr>
                <a:defRPr/>
              </a:pPr>
              <a:t>‹#›</a:t>
            </a:fld>
            <a:endParaRPr lang="en-US" altLang="en-US"/>
          </a:p>
        </p:txBody>
      </p:sp>
    </p:spTree>
    <p:extLst>
      <p:ext uri="{BB962C8B-B14F-4D97-AF65-F5344CB8AC3E}">
        <p14:creationId xmlns:p14="http://schemas.microsoft.com/office/powerpoint/2010/main" val="288838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184102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73036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7"/>
          <p:cNvSpPr>
            <a:spLocks noGrp="1" noChangeArrowheads="1"/>
          </p:cNvSpPr>
          <p:nvPr>
            <p:ph type="dt" sz="half" idx="10"/>
          </p:nvPr>
        </p:nvSpPr>
        <p:spPr>
          <a:xfrm>
            <a:off x="457200" y="4682729"/>
            <a:ext cx="2133600" cy="342900"/>
          </a:xfrm>
          <a:prstGeom prst="rect">
            <a:avLst/>
          </a:prstGeom>
          <a:ln/>
        </p:spPr>
        <p:txBody>
          <a:bodyPr/>
          <a:lstStyle>
            <a:lvl1pPr>
              <a:defRPr/>
            </a:lvl1pPr>
          </a:lstStyle>
          <a:p>
            <a:pPr>
              <a:defRPr/>
            </a:pPr>
            <a:endParaRPr lang="en-US" altLang="en-US"/>
          </a:p>
        </p:txBody>
      </p:sp>
      <p:sp>
        <p:nvSpPr>
          <p:cNvPr id="4" name="Rectangle 48"/>
          <p:cNvSpPr>
            <a:spLocks noGrp="1" noChangeArrowheads="1"/>
          </p:cNvSpPr>
          <p:nvPr>
            <p:ph type="ftr" sz="quarter" idx="11"/>
          </p:nvPr>
        </p:nvSpPr>
        <p:spPr>
          <a:xfrm>
            <a:off x="3124200" y="4686300"/>
            <a:ext cx="2895600" cy="342900"/>
          </a:xfrm>
          <a:prstGeom prst="rect">
            <a:avLst/>
          </a:prstGeom>
          <a:ln/>
        </p:spPr>
        <p:txBody>
          <a:bodyPr/>
          <a:lstStyle>
            <a:lvl1pPr>
              <a:defRPr/>
            </a:lvl1pPr>
          </a:lstStyle>
          <a:p>
            <a:pPr>
              <a:defRPr/>
            </a:pPr>
            <a:endParaRPr lang="en-US" altLang="en-US"/>
          </a:p>
        </p:txBody>
      </p:sp>
      <p:sp>
        <p:nvSpPr>
          <p:cNvPr id="5" name="Rectangle 49"/>
          <p:cNvSpPr>
            <a:spLocks noGrp="1" noChangeArrowheads="1"/>
          </p:cNvSpPr>
          <p:nvPr>
            <p:ph type="sldNum" sz="quarter" idx="12"/>
          </p:nvPr>
        </p:nvSpPr>
        <p:spPr>
          <a:xfrm>
            <a:off x="6553200" y="4682729"/>
            <a:ext cx="2133600" cy="342900"/>
          </a:xfrm>
          <a:prstGeom prst="rect">
            <a:avLst/>
          </a:prstGeom>
          <a:ln/>
        </p:spPr>
        <p:txBody>
          <a:bodyPr/>
          <a:lstStyle>
            <a:lvl1pPr>
              <a:defRPr/>
            </a:lvl1pPr>
          </a:lstStyle>
          <a:p>
            <a:pPr>
              <a:defRPr/>
            </a:pPr>
            <a:fld id="{623EC008-EDDC-439E-A55E-C759E7DE2F51}" type="slidenum">
              <a:rPr lang="en-US" altLang="en-US"/>
              <a:pPr>
                <a:defRPr/>
              </a:pPr>
              <a:t>‹#›</a:t>
            </a:fld>
            <a:endParaRPr lang="en-US" altLang="en-US"/>
          </a:p>
        </p:txBody>
      </p:sp>
    </p:spTree>
    <p:extLst>
      <p:ext uri="{BB962C8B-B14F-4D97-AF65-F5344CB8AC3E}">
        <p14:creationId xmlns:p14="http://schemas.microsoft.com/office/powerpoint/2010/main" val="20045111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C5A7F6-084C-4F12-A2E2-24BFDB356A06}"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1986144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C5A7F6-084C-4F12-A2E2-24BFDB356A06}"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35114031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C5A7F6-084C-4F12-A2E2-24BFDB356A06}"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229499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AC5A7F6-084C-4F12-A2E2-24BFDB356A06}"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37943968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C5A7F6-084C-4F12-A2E2-24BFDB356A06}"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7388788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AC5A7F6-084C-4F12-A2E2-24BFDB356A06}"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34420824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C5A7F6-084C-4F12-A2E2-24BFDB356A06}"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3938796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C5A7F6-084C-4F12-A2E2-24BFDB356A06}"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10326232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C5A7F6-084C-4F12-A2E2-24BFDB356A06}"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15960001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C5A7F6-084C-4F12-A2E2-24BFDB356A06}"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25914622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C5A7F6-084C-4F12-A2E2-24BFDB356A06}"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3928C-FA67-4019-9E25-220E9690B301}" type="slidenum">
              <a:rPr lang="en-US" smtClean="0"/>
              <a:t>‹#›</a:t>
            </a:fld>
            <a:endParaRPr lang="en-US"/>
          </a:p>
        </p:txBody>
      </p:sp>
    </p:spTree>
    <p:extLst>
      <p:ext uri="{BB962C8B-B14F-4D97-AF65-F5344CB8AC3E}">
        <p14:creationId xmlns:p14="http://schemas.microsoft.com/office/powerpoint/2010/main" val="13422691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A7931EC-8B6A-40A3-9E54-DD7612F1CF2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38621694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7931EC-8B6A-40A3-9E54-DD7612F1CF2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33957688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7931EC-8B6A-40A3-9E54-DD7612F1CF2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40964974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7931EC-8B6A-40A3-9E54-DD7612F1CF2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40209030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A7931EC-8B6A-40A3-9E54-DD7612F1CF24}"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19256282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A7931EC-8B6A-40A3-9E54-DD7612F1CF24}"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7399888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7931EC-8B6A-40A3-9E54-DD7612F1CF24}"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4703247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7931EC-8B6A-40A3-9E54-DD7612F1CF2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25512592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7931EC-8B6A-40A3-9E54-DD7612F1CF2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28807846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7931EC-8B6A-40A3-9E54-DD7612F1CF2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28410759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7931EC-8B6A-40A3-9E54-DD7612F1CF2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130636-DEC5-48A8-B7F6-11A5EA1C1888}" type="slidenum">
              <a:rPr lang="en-US" smtClean="0"/>
              <a:t>‹#›</a:t>
            </a:fld>
            <a:endParaRPr lang="en-US"/>
          </a:p>
        </p:txBody>
      </p:sp>
    </p:spTree>
    <p:extLst>
      <p:ext uri="{BB962C8B-B14F-4D97-AF65-F5344CB8AC3E}">
        <p14:creationId xmlns:p14="http://schemas.microsoft.com/office/powerpoint/2010/main" val="16748427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360367" y="1080000"/>
            <a:ext cx="7739061" cy="900000"/>
          </a:xfrm>
        </p:spPr>
        <p:txBody>
          <a:bodyPr/>
          <a:lstStyle>
            <a:lvl1pPr>
              <a:lnSpc>
                <a:spcPts val="3200"/>
              </a:lnSpc>
              <a:defRPr sz="3000"/>
            </a:lvl1pPr>
          </a:lstStyle>
          <a:p>
            <a:r>
              <a:rPr lang="de-DE" dirty="0"/>
              <a:t>Titelmasterformat durch Klicken bearbeiten</a:t>
            </a:r>
          </a:p>
        </p:txBody>
      </p:sp>
      <p:sp>
        <p:nvSpPr>
          <p:cNvPr id="3" name="Untertitel 2" hidden="1"/>
          <p:cNvSpPr>
            <a:spLocks noGrp="1"/>
          </p:cNvSpPr>
          <p:nvPr>
            <p:ph type="subTitle" idx="1"/>
          </p:nvPr>
        </p:nvSpPr>
        <p:spPr>
          <a:xfrm>
            <a:off x="1" y="-346"/>
            <a:ext cx="169025" cy="94557"/>
          </a:xfrm>
        </p:spPr>
        <p:txBody>
          <a:bodyPr/>
          <a:lstStyle>
            <a:lvl1pPr marL="0" indent="0" algn="l">
              <a:lnSpc>
                <a:spcPct val="100000"/>
              </a:lnSpc>
              <a:spcBef>
                <a:spcPts val="0"/>
              </a:spcBef>
              <a:buNone/>
              <a:defRPr sz="500">
                <a:solidFill>
                  <a:schemeClr val="bg1"/>
                </a:solidFill>
              </a:defRPr>
            </a:lvl1pPr>
            <a:lvl2pPr marL="457148" indent="0" algn="ctr">
              <a:buNone/>
              <a:defRPr>
                <a:solidFill>
                  <a:schemeClr val="tx1">
                    <a:tint val="75000"/>
                  </a:schemeClr>
                </a:solidFill>
              </a:defRPr>
            </a:lvl2pPr>
            <a:lvl3pPr marL="914296" indent="0" algn="ctr">
              <a:buNone/>
              <a:defRPr>
                <a:solidFill>
                  <a:schemeClr val="tx1">
                    <a:tint val="75000"/>
                  </a:schemeClr>
                </a:solidFill>
              </a:defRPr>
            </a:lvl3pPr>
            <a:lvl4pPr marL="1371444" indent="0" algn="ctr">
              <a:buNone/>
              <a:defRPr>
                <a:solidFill>
                  <a:schemeClr val="tx1">
                    <a:tint val="75000"/>
                  </a:schemeClr>
                </a:solidFill>
              </a:defRPr>
            </a:lvl4pPr>
            <a:lvl5pPr marL="1828592" indent="0" algn="ctr">
              <a:buNone/>
              <a:defRPr>
                <a:solidFill>
                  <a:schemeClr val="tx1">
                    <a:tint val="75000"/>
                  </a:schemeClr>
                </a:solidFill>
              </a:defRPr>
            </a:lvl5pPr>
            <a:lvl6pPr marL="2285740" indent="0" algn="ctr">
              <a:buNone/>
              <a:defRPr>
                <a:solidFill>
                  <a:schemeClr val="tx1">
                    <a:tint val="75000"/>
                  </a:schemeClr>
                </a:solidFill>
              </a:defRPr>
            </a:lvl6pPr>
            <a:lvl7pPr marL="2742888" indent="0" algn="ctr">
              <a:buNone/>
              <a:defRPr>
                <a:solidFill>
                  <a:schemeClr val="tx1">
                    <a:tint val="75000"/>
                  </a:schemeClr>
                </a:solidFill>
              </a:defRPr>
            </a:lvl7pPr>
            <a:lvl8pPr marL="3200036" indent="0" algn="ctr">
              <a:buNone/>
              <a:defRPr>
                <a:solidFill>
                  <a:schemeClr val="tx1">
                    <a:tint val="75000"/>
                  </a:schemeClr>
                </a:solidFill>
              </a:defRPr>
            </a:lvl8pPr>
            <a:lvl9pPr marL="3657184" indent="0" algn="ctr">
              <a:buNone/>
              <a:defRPr>
                <a:solidFill>
                  <a:schemeClr val="tx1">
                    <a:tint val="75000"/>
                  </a:schemeClr>
                </a:solidFill>
              </a:defRPr>
            </a:lvl9pPr>
          </a:lstStyle>
          <a:p>
            <a:r>
              <a:rPr lang="de-DE" dirty="0"/>
              <a:t>Formatvorlage des Untertitelmasters durch Klicken bearbeiten</a:t>
            </a:r>
          </a:p>
        </p:txBody>
      </p:sp>
      <p:sp>
        <p:nvSpPr>
          <p:cNvPr id="9" name="Textfeld 8"/>
          <p:cNvSpPr txBox="1"/>
          <p:nvPr userDrawn="1"/>
        </p:nvSpPr>
        <p:spPr>
          <a:xfrm>
            <a:off x="360366" y="2659335"/>
            <a:ext cx="7739061" cy="218008"/>
          </a:xfrm>
          <a:prstGeom prst="rect">
            <a:avLst/>
          </a:prstGeom>
          <a:noFill/>
        </p:spPr>
        <p:txBody>
          <a:bodyPr wrap="square" lIns="0" tIns="0" rIns="0" bIns="0" rtlCol="0">
            <a:spAutoFit/>
          </a:bodyPr>
          <a:lstStyle/>
          <a:p>
            <a:pPr>
              <a:lnSpc>
                <a:spcPts val="1700"/>
              </a:lnSpc>
              <a:spcBef>
                <a:spcPts val="840"/>
              </a:spcBef>
            </a:pPr>
            <a:r>
              <a:rPr lang="de-DE" sz="1200" dirty="0">
                <a:solidFill>
                  <a:srgbClr val="666666"/>
                </a:solidFill>
              </a:rPr>
              <a:t>ZF Friedrichshafen AG</a:t>
            </a:r>
          </a:p>
        </p:txBody>
      </p:sp>
      <p:sp>
        <p:nvSpPr>
          <p:cNvPr id="4" name="Rechteck 3"/>
          <p:cNvSpPr/>
          <p:nvPr userDrawn="1"/>
        </p:nvSpPr>
        <p:spPr>
          <a:xfrm>
            <a:off x="0" y="4849092"/>
            <a:ext cx="9144000" cy="29440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lnSpc>
                <a:spcPts val="1700"/>
              </a:lnSpc>
              <a:spcBef>
                <a:spcPts val="840"/>
              </a:spcBef>
            </a:pPr>
            <a:endParaRPr lang="en-US" sz="1400" dirty="0">
              <a:solidFill>
                <a:srgbClr val="000000"/>
              </a:solidFill>
              <a:cs typeface="Arial" pitchFamily="34" charset="0"/>
            </a:endParaRPr>
          </a:p>
        </p:txBody>
      </p:sp>
      <p:sp>
        <p:nvSpPr>
          <p:cNvPr id="8" name="TW_Footer_2"/>
          <p:cNvSpPr txBox="1">
            <a:spLocks/>
          </p:cNvSpPr>
          <p:nvPr userDrawn="1"/>
        </p:nvSpPr>
        <p:spPr>
          <a:xfrm>
            <a:off x="360366" y="2356739"/>
            <a:ext cx="7739061" cy="218008"/>
          </a:xfrm>
          <a:prstGeom prst="rect">
            <a:avLst/>
          </a:prstGeom>
          <a:noFill/>
        </p:spPr>
        <p:txBody>
          <a:bodyPr wrap="square" lIns="0" tIns="0" rIns="0" bIns="0" rtlCol="0">
            <a:spAutoFit/>
          </a:bodyPr>
          <a:lstStyle>
            <a:defPPr>
              <a:defRPr lang="de-DE"/>
            </a:defPPr>
            <a:lvl1pPr algn="l" rtl="0" fontAlgn="base">
              <a:spcBef>
                <a:spcPct val="0"/>
              </a:spcBef>
              <a:spcAft>
                <a:spcPct val="0"/>
              </a:spcAft>
              <a:defRPr lang="de-DE" sz="1200" kern="1200" dirty="0">
                <a:solidFill>
                  <a:srgbClr val="666666"/>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a:lstStyle>
          <a:p>
            <a:pPr>
              <a:lnSpc>
                <a:spcPts val="1700"/>
              </a:lnSpc>
              <a:spcBef>
                <a:spcPts val="840"/>
              </a:spcBef>
            </a:pPr>
            <a:r>
              <a:t>SQA - INDIA</a:t>
            </a:r>
          </a:p>
        </p:txBody>
      </p:sp>
      <p:sp>
        <p:nvSpPr>
          <p:cNvPr id="11" name="TW_Footer_1"/>
          <p:cNvSpPr txBox="1">
            <a:spLocks noChangeArrowheads="1"/>
          </p:cNvSpPr>
          <p:nvPr userDrawn="1"/>
        </p:nvSpPr>
        <p:spPr bwMode="auto">
          <a:xfrm>
            <a:off x="360364" y="2159999"/>
            <a:ext cx="7739061" cy="21800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0" tIns="0" rIns="0" bIns="0" rtlCol="0">
            <a:spAutoFit/>
          </a:bodyPr>
          <a:lstStyle>
            <a:defPPr>
              <a:defRPr lang="de-DE"/>
            </a:defPPr>
            <a:lvl1pPr>
              <a:lnSpc>
                <a:spcPts val="1700"/>
              </a:lnSpc>
              <a:spcBef>
                <a:spcPts val="840"/>
              </a:spcBef>
              <a:defRPr sz="1200">
                <a:solidFill>
                  <a:srgbClr val="666666"/>
                </a:solidFill>
              </a:defRPr>
            </a:lvl1pPr>
          </a:lstStyle>
          <a:p>
            <a:r>
              <a:rPr lang="de-DE"/>
              <a:t>Balaji Vijay</a:t>
            </a:r>
            <a:endParaRPr lang="de-DE" dirty="0"/>
          </a:p>
        </p:txBody>
      </p:sp>
      <p:grpSp>
        <p:nvGrpSpPr>
          <p:cNvPr id="5" name="Gruppieren 4"/>
          <p:cNvGrpSpPr/>
          <p:nvPr userDrawn="1"/>
        </p:nvGrpSpPr>
        <p:grpSpPr>
          <a:xfrm>
            <a:off x="6285582" y="180000"/>
            <a:ext cx="2497262" cy="504305"/>
            <a:chOff x="6285582" y="180000"/>
            <a:chExt cx="2497262" cy="504305"/>
          </a:xfrm>
        </p:grpSpPr>
        <p:pic>
          <p:nvPicPr>
            <p:cNvPr id="10" name="Grafik 9"/>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285582" y="180000"/>
              <a:ext cx="2497262" cy="504000"/>
            </a:xfrm>
            <a:prstGeom prst="rect">
              <a:avLst/>
            </a:prstGeom>
          </p:spPr>
        </p:pic>
        <p:pic>
          <p:nvPicPr>
            <p:cNvPr id="12" name="Grafik 11"/>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8278539" y="180000"/>
              <a:ext cx="504305" cy="504305"/>
            </a:xfrm>
            <a:prstGeom prst="rect">
              <a:avLst/>
            </a:prstGeom>
          </p:spPr>
        </p:pic>
      </p:grpSp>
    </p:spTree>
    <p:extLst>
      <p:ext uri="{BB962C8B-B14F-4D97-AF65-F5344CB8AC3E}">
        <p14:creationId xmlns:p14="http://schemas.microsoft.com/office/powerpoint/2010/main" val="33827100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genda mit Nummerierung">
    <p:bg bwMode="gray">
      <p:bgPr>
        <a:solidFill>
          <a:schemeClr val="bg1"/>
        </a:solidFill>
        <a:effectLst/>
      </p:bgPr>
    </p:bg>
    <p:spTree>
      <p:nvGrpSpPr>
        <p:cNvPr id="1" name=""/>
        <p:cNvGrpSpPr/>
        <p:nvPr/>
      </p:nvGrpSpPr>
      <p:grpSpPr>
        <a:xfrm>
          <a:off x="0" y="0"/>
          <a:ext cx="0" cy="0"/>
          <a:chOff x="0" y="0"/>
          <a:chExt cx="0" cy="0"/>
        </a:xfrm>
      </p:grpSpPr>
      <p:sp>
        <p:nvSpPr>
          <p:cNvPr id="11" name="Rectangle 2"/>
          <p:cNvSpPr>
            <a:spLocks noChangeArrowheads="1"/>
          </p:cNvSpPr>
          <p:nvPr userDrawn="1"/>
        </p:nvSpPr>
        <p:spPr bwMode="gray">
          <a:xfrm>
            <a:off x="0" y="1079999"/>
            <a:ext cx="9147600" cy="3780000"/>
          </a:xfrm>
          <a:prstGeom prst="rect">
            <a:avLst/>
          </a:prstGeom>
          <a:solidFill>
            <a:schemeClr val="accent1"/>
          </a:solidFill>
          <a:ln>
            <a:noFill/>
          </a:ln>
          <a:effectLst/>
        </p:spPr>
        <p:txBody>
          <a:bodyPr wrap="none" lIns="91430" tIns="45715" rIns="91430" bIns="45715" anchor="ctr"/>
          <a:lstStyle/>
          <a:p>
            <a:endParaRPr lang="de-DE">
              <a:solidFill>
                <a:srgbClr val="A9C6E4"/>
              </a:solidFill>
            </a:endParaRPr>
          </a:p>
        </p:txBody>
      </p:sp>
      <p:sp>
        <p:nvSpPr>
          <p:cNvPr id="13" name="Textplatzhalter 12"/>
          <p:cNvSpPr>
            <a:spLocks noGrp="1"/>
          </p:cNvSpPr>
          <p:nvPr>
            <p:ph type="body" sz="quarter" idx="13"/>
          </p:nvPr>
        </p:nvSpPr>
        <p:spPr bwMode="gray">
          <a:xfrm>
            <a:off x="359998" y="1260000"/>
            <a:ext cx="8425226" cy="3348000"/>
          </a:xfrm>
        </p:spPr>
        <p:txBody>
          <a:bodyPr/>
          <a:lstStyle>
            <a:lvl1pPr marL="431951" indent="-377782">
              <a:lnSpc>
                <a:spcPct val="100000"/>
              </a:lnSpc>
              <a:buClr>
                <a:schemeClr val="tx1"/>
              </a:buClr>
              <a:buFont typeface="+mj-lt"/>
              <a:buAutoNum type="arabicPeriod"/>
              <a:defRPr sz="1400">
                <a:solidFill>
                  <a:schemeClr val="tx1"/>
                </a:solidFill>
              </a:defRPr>
            </a:lvl1pPr>
            <a:lvl2pPr marL="431951" indent="-377782">
              <a:lnSpc>
                <a:spcPct val="100000"/>
              </a:lnSpc>
              <a:buClr>
                <a:schemeClr val="tx1"/>
              </a:buClr>
              <a:buSzPct val="100000"/>
              <a:buFont typeface="+mj-lt"/>
              <a:buAutoNum type="arabicPeriod"/>
              <a:defRPr sz="1400">
                <a:solidFill>
                  <a:schemeClr val="tx1"/>
                </a:solidFill>
              </a:defRPr>
            </a:lvl2pPr>
            <a:lvl3pPr marL="431951" indent="-377782">
              <a:lnSpc>
                <a:spcPct val="100000"/>
              </a:lnSpc>
              <a:buClr>
                <a:schemeClr val="tx1"/>
              </a:buClr>
              <a:buSzPct val="100000"/>
              <a:buFont typeface="+mj-lt"/>
              <a:buAutoNum type="arabicPeriod"/>
              <a:defRPr sz="1400">
                <a:solidFill>
                  <a:schemeClr val="tx1"/>
                </a:solidFill>
              </a:defRPr>
            </a:lvl3pPr>
            <a:lvl4pPr marL="431951" indent="-377782">
              <a:lnSpc>
                <a:spcPct val="100000"/>
              </a:lnSpc>
              <a:buClr>
                <a:schemeClr val="tx1"/>
              </a:buClr>
              <a:buSzPct val="100000"/>
              <a:buFont typeface="+mj-lt"/>
              <a:buAutoNum type="arabicPeriod"/>
              <a:defRPr sz="1400">
                <a:solidFill>
                  <a:schemeClr val="tx1"/>
                </a:solidFill>
              </a:defRPr>
            </a:lvl4pPr>
            <a:lvl5pPr marL="431951" indent="-377782">
              <a:lnSpc>
                <a:spcPct val="100000"/>
              </a:lnSpc>
              <a:buClr>
                <a:schemeClr val="tx1"/>
              </a:buClr>
              <a:buFont typeface="+mj-lt"/>
              <a:buAutoNum type="arabicPeriod"/>
              <a:defRPr sz="1400">
                <a:solidFill>
                  <a:schemeClr val="tx1"/>
                </a:solidFill>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Tree>
    <p:extLst>
      <p:ext uri="{BB962C8B-B14F-4D97-AF65-F5344CB8AC3E}">
        <p14:creationId xmlns:p14="http://schemas.microsoft.com/office/powerpoint/2010/main" val="2860539311"/>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el und Inhalt">
    <p:bg bwMode="gray">
      <p:bgPr>
        <a:solidFill>
          <a:schemeClr val="bg1"/>
        </a:solidFill>
        <a:effectLst/>
      </p:bgPr>
    </p:bg>
    <p:spTree>
      <p:nvGrpSpPr>
        <p:cNvPr id="1" name=""/>
        <p:cNvGrpSpPr/>
        <p:nvPr/>
      </p:nvGrpSpPr>
      <p:grpSpPr>
        <a:xfrm>
          <a:off x="0" y="0"/>
          <a:ext cx="0" cy="0"/>
          <a:chOff x="0" y="0"/>
          <a:chExt cx="0" cy="0"/>
        </a:xfrm>
      </p:grpSpPr>
      <p:sp>
        <p:nvSpPr>
          <p:cNvPr id="6" name="Textplatzhalter 3"/>
          <p:cNvSpPr>
            <a:spLocks noGrp="1"/>
          </p:cNvSpPr>
          <p:nvPr>
            <p:ph idx="1"/>
          </p:nvPr>
        </p:nvSpPr>
        <p:spPr bwMode="gray">
          <a:xfrm>
            <a:off x="359999" y="1080000"/>
            <a:ext cx="8425226" cy="378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Tree>
    <p:extLst>
      <p:ext uri="{BB962C8B-B14F-4D97-AF65-F5344CB8AC3E}">
        <p14:creationId xmlns:p14="http://schemas.microsoft.com/office/powerpoint/2010/main" val="2453222357"/>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8"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Tree>
    <p:extLst>
      <p:ext uri="{BB962C8B-B14F-4D97-AF65-F5344CB8AC3E}">
        <p14:creationId xmlns:p14="http://schemas.microsoft.com/office/powerpoint/2010/main" val="1887114059"/>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200995"/>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Zwei Blöcke">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360000" y="1081087"/>
            <a:ext cx="4122737" cy="378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Inhaltsplatzhalter 2"/>
          <p:cNvSpPr>
            <a:spLocks noGrp="1"/>
          </p:cNvSpPr>
          <p:nvPr>
            <p:ph idx="13"/>
          </p:nvPr>
        </p:nvSpPr>
        <p:spPr bwMode="gray">
          <a:xfrm>
            <a:off x="4661096" y="1081089"/>
            <a:ext cx="4122000" cy="378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Tree>
    <p:extLst>
      <p:ext uri="{BB962C8B-B14F-4D97-AF65-F5344CB8AC3E}">
        <p14:creationId xmlns:p14="http://schemas.microsoft.com/office/powerpoint/2010/main" val="3919272630"/>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Zwei Blöcke horizontal">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360363" y="1081087"/>
            <a:ext cx="8424862"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Inhaltsplatzhalter 2"/>
          <p:cNvSpPr>
            <a:spLocks noGrp="1"/>
          </p:cNvSpPr>
          <p:nvPr>
            <p:ph idx="13"/>
          </p:nvPr>
        </p:nvSpPr>
        <p:spPr bwMode="gray">
          <a:xfrm>
            <a:off x="360363" y="3061087"/>
            <a:ext cx="8424862"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Tree>
    <p:extLst>
      <p:ext uri="{BB962C8B-B14F-4D97-AF65-F5344CB8AC3E}">
        <p14:creationId xmlns:p14="http://schemas.microsoft.com/office/powerpoint/2010/main" val="1355909517"/>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rei Blöcke">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360364" y="1081087"/>
            <a:ext cx="2682000" cy="378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Inhaltsplatzhalter 2"/>
          <p:cNvSpPr>
            <a:spLocks noGrp="1"/>
          </p:cNvSpPr>
          <p:nvPr>
            <p:ph idx="17"/>
          </p:nvPr>
        </p:nvSpPr>
        <p:spPr bwMode="gray">
          <a:xfrm>
            <a:off x="6100763" y="1081089"/>
            <a:ext cx="2682000" cy="378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
        <p:nvSpPr>
          <p:cNvPr id="12" name="Inhaltsplatzhalter 2"/>
          <p:cNvSpPr>
            <a:spLocks noGrp="1"/>
          </p:cNvSpPr>
          <p:nvPr>
            <p:ph idx="13"/>
          </p:nvPr>
        </p:nvSpPr>
        <p:spPr bwMode="gray">
          <a:xfrm>
            <a:off x="3229200" y="1081089"/>
            <a:ext cx="2682000" cy="378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016226643"/>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rei Blöcke (zwei nebeneinander)">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3"/>
          </p:nvPr>
        </p:nvSpPr>
        <p:spPr bwMode="gray">
          <a:xfrm>
            <a:off x="4661096" y="1081085"/>
            <a:ext cx="412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Inhaltsplatzhalter 2"/>
          <p:cNvSpPr>
            <a:spLocks noGrp="1"/>
          </p:cNvSpPr>
          <p:nvPr>
            <p:ph idx="1"/>
          </p:nvPr>
        </p:nvSpPr>
        <p:spPr bwMode="gray">
          <a:xfrm>
            <a:off x="360363" y="1081087"/>
            <a:ext cx="4122737" cy="378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
        <p:nvSpPr>
          <p:cNvPr id="12" name="Inhaltsplatzhalter 2"/>
          <p:cNvSpPr>
            <a:spLocks noGrp="1"/>
          </p:cNvSpPr>
          <p:nvPr>
            <p:ph idx="14"/>
          </p:nvPr>
        </p:nvSpPr>
        <p:spPr bwMode="gray">
          <a:xfrm>
            <a:off x="4660523" y="3060001"/>
            <a:ext cx="4122000" cy="180161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363866155"/>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ier Blöcke">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3"/>
          </p:nvPr>
        </p:nvSpPr>
        <p:spPr bwMode="gray">
          <a:xfrm>
            <a:off x="4660899" y="1081087"/>
            <a:ext cx="412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Inhaltsplatzhalter 2"/>
          <p:cNvSpPr>
            <a:spLocks noGrp="1"/>
          </p:cNvSpPr>
          <p:nvPr>
            <p:ph idx="15"/>
          </p:nvPr>
        </p:nvSpPr>
        <p:spPr bwMode="gray">
          <a:xfrm>
            <a:off x="360363" y="1081087"/>
            <a:ext cx="4122737" cy="1800000"/>
          </a:xfrm>
          <a:prstGeom prst="rect">
            <a:avLst/>
          </a:prstGeom>
        </p:spPr>
        <p:txBody>
          <a:bodyPr/>
          <a:lstStyle>
            <a:lvl2pPr>
              <a:spcBef>
                <a:spcPts val="800"/>
              </a:spcBef>
              <a:buClr>
                <a:srgbClr val="999999"/>
              </a:buClr>
              <a:defRPr/>
            </a:lvl2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Inhaltsplatzhalter 2"/>
          <p:cNvSpPr>
            <a:spLocks noGrp="1"/>
          </p:cNvSpPr>
          <p:nvPr>
            <p:ph idx="16"/>
          </p:nvPr>
        </p:nvSpPr>
        <p:spPr bwMode="gray">
          <a:xfrm>
            <a:off x="360363" y="3060000"/>
            <a:ext cx="4122737"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
        <p:nvSpPr>
          <p:cNvPr id="13" name="Inhaltsplatzhalter 2"/>
          <p:cNvSpPr>
            <a:spLocks noGrp="1"/>
          </p:cNvSpPr>
          <p:nvPr>
            <p:ph idx="14"/>
          </p:nvPr>
        </p:nvSpPr>
        <p:spPr bwMode="gray">
          <a:xfrm>
            <a:off x="4660523" y="3060001"/>
            <a:ext cx="4122000" cy="180161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99189375"/>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er Blöcke (drei nebeneinander)">
    <p:bg bwMode="gray">
      <p:bgPr>
        <a:solidFill>
          <a:schemeClr val="bg1"/>
        </a:solidFill>
        <a:effectLst/>
      </p:bgPr>
    </p:bg>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360364" y="1081087"/>
            <a:ext cx="2682000" cy="378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Inhaltsplatzhalter 2"/>
          <p:cNvSpPr>
            <a:spLocks noGrp="1"/>
          </p:cNvSpPr>
          <p:nvPr>
            <p:ph idx="13"/>
          </p:nvPr>
        </p:nvSpPr>
        <p:spPr bwMode="gray">
          <a:xfrm>
            <a:off x="3229200" y="1081089"/>
            <a:ext cx="2682000" cy="378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Inhaltsplatzhalter 2"/>
          <p:cNvSpPr>
            <a:spLocks noGrp="1"/>
          </p:cNvSpPr>
          <p:nvPr>
            <p:ph idx="17"/>
          </p:nvPr>
        </p:nvSpPr>
        <p:spPr bwMode="gray">
          <a:xfrm>
            <a:off x="6102000" y="1081087"/>
            <a:ext cx="268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Inhaltsplatzhalter 2"/>
          <p:cNvSpPr>
            <a:spLocks noGrp="1"/>
          </p:cNvSpPr>
          <p:nvPr>
            <p:ph idx="18"/>
          </p:nvPr>
        </p:nvSpPr>
        <p:spPr bwMode="gray">
          <a:xfrm>
            <a:off x="6102000" y="3060000"/>
            <a:ext cx="268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Tree>
    <p:extLst>
      <p:ext uri="{BB962C8B-B14F-4D97-AF65-F5344CB8AC3E}">
        <p14:creationId xmlns:p14="http://schemas.microsoft.com/office/powerpoint/2010/main" val="950811357"/>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hs Blöcke">
    <p:bg bwMode="gray">
      <p:bgPr>
        <a:solidFill>
          <a:schemeClr val="bg1"/>
        </a:solidFill>
        <a:effectLst/>
      </p:bgPr>
    </p:bg>
    <p:spTree>
      <p:nvGrpSpPr>
        <p:cNvPr id="1" name=""/>
        <p:cNvGrpSpPr/>
        <p:nvPr/>
      </p:nvGrpSpPr>
      <p:grpSpPr>
        <a:xfrm>
          <a:off x="0" y="0"/>
          <a:ext cx="0" cy="0"/>
          <a:chOff x="0" y="0"/>
          <a:chExt cx="0" cy="0"/>
        </a:xfrm>
      </p:grpSpPr>
      <p:sp>
        <p:nvSpPr>
          <p:cNvPr id="8" name="Inhaltsplatzhalter 2"/>
          <p:cNvSpPr>
            <a:spLocks noGrp="1"/>
          </p:cNvSpPr>
          <p:nvPr>
            <p:ph idx="17"/>
          </p:nvPr>
        </p:nvSpPr>
        <p:spPr bwMode="gray">
          <a:xfrm>
            <a:off x="6102000" y="1081087"/>
            <a:ext cx="268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Inhaltsplatzhalter 2"/>
          <p:cNvSpPr>
            <a:spLocks noGrp="1"/>
          </p:cNvSpPr>
          <p:nvPr>
            <p:ph idx="18"/>
          </p:nvPr>
        </p:nvSpPr>
        <p:spPr bwMode="gray">
          <a:xfrm>
            <a:off x="6102000" y="3060000"/>
            <a:ext cx="268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
        <p:nvSpPr>
          <p:cNvPr id="10" name="Inhaltsplatzhalter 2"/>
          <p:cNvSpPr>
            <a:spLocks noGrp="1"/>
          </p:cNvSpPr>
          <p:nvPr>
            <p:ph idx="19"/>
          </p:nvPr>
        </p:nvSpPr>
        <p:spPr bwMode="gray">
          <a:xfrm>
            <a:off x="3229200" y="1081089"/>
            <a:ext cx="268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Inhaltsplatzhalter 2"/>
          <p:cNvSpPr>
            <a:spLocks noGrp="1"/>
          </p:cNvSpPr>
          <p:nvPr>
            <p:ph idx="20"/>
          </p:nvPr>
        </p:nvSpPr>
        <p:spPr bwMode="gray">
          <a:xfrm>
            <a:off x="3229200" y="3061089"/>
            <a:ext cx="268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Inhaltsplatzhalter 2"/>
          <p:cNvSpPr>
            <a:spLocks noGrp="1"/>
          </p:cNvSpPr>
          <p:nvPr>
            <p:ph idx="21"/>
          </p:nvPr>
        </p:nvSpPr>
        <p:spPr bwMode="gray">
          <a:xfrm>
            <a:off x="360364" y="1081087"/>
            <a:ext cx="268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Inhaltsplatzhalter 2"/>
          <p:cNvSpPr>
            <a:spLocks noGrp="1"/>
          </p:cNvSpPr>
          <p:nvPr>
            <p:ph idx="22"/>
          </p:nvPr>
        </p:nvSpPr>
        <p:spPr bwMode="gray">
          <a:xfrm>
            <a:off x="360364" y="3061087"/>
            <a:ext cx="2682000" cy="180000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516459783"/>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ld vollflächig">
    <p:bg bwMode="gray">
      <p:bgPr>
        <a:solidFill>
          <a:schemeClr val="bg1"/>
        </a:solidFill>
        <a:effectLst/>
      </p:bgPr>
    </p:bg>
    <p:spTree>
      <p:nvGrpSpPr>
        <p:cNvPr id="1" name=""/>
        <p:cNvGrpSpPr/>
        <p:nvPr/>
      </p:nvGrpSpPr>
      <p:grpSpPr>
        <a:xfrm>
          <a:off x="0" y="0"/>
          <a:ext cx="0" cy="0"/>
          <a:chOff x="0" y="0"/>
          <a:chExt cx="0" cy="0"/>
        </a:xfrm>
      </p:grpSpPr>
      <p:sp>
        <p:nvSpPr>
          <p:cNvPr id="7" name="Bildplatzhalter 6"/>
          <p:cNvSpPr>
            <a:spLocks noGrp="1"/>
          </p:cNvSpPr>
          <p:nvPr>
            <p:ph type="pic" sz="quarter" idx="13"/>
          </p:nvPr>
        </p:nvSpPr>
        <p:spPr bwMode="gray">
          <a:xfrm>
            <a:off x="0" y="1080000"/>
            <a:ext cx="9147600" cy="3780000"/>
          </a:xfrm>
          <a:solidFill>
            <a:srgbClr val="EEF1F3"/>
          </a:solidFill>
        </p:spPr>
        <p:txBody>
          <a:bodyPr/>
          <a:lstStyle/>
          <a:p>
            <a:endParaRPr lang="de-DE"/>
          </a:p>
        </p:txBody>
      </p:sp>
      <p:sp>
        <p:nvSpPr>
          <p:cNvPr id="10"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
        <p:nvSpPr>
          <p:cNvPr id="8" name="Rechteck 7"/>
          <p:cNvSpPr/>
          <p:nvPr userDrawn="1"/>
        </p:nvSpPr>
        <p:spPr>
          <a:xfrm>
            <a:off x="-1363288" y="1081087"/>
            <a:ext cx="1321867" cy="2693601"/>
          </a:xfrm>
          <a:prstGeom prst="rect">
            <a:avLst/>
          </a:prstGeom>
          <a:solidFill>
            <a:srgbClr val="FFDD99"/>
          </a:solidFill>
          <a:ln w="12700">
            <a:solidFill>
              <a:srgbClr val="C7006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spcBef>
                <a:spcPts val="0"/>
              </a:spcBef>
            </a:pPr>
            <a:r>
              <a:rPr lang="de-DE" sz="900" dirty="0">
                <a:solidFill>
                  <a:srgbClr val="000000"/>
                </a:solidFill>
                <a:cs typeface="Arial" pitchFamily="34" charset="0"/>
              </a:rPr>
              <a:t>Bei Bedarf kann eine transparente </a:t>
            </a:r>
            <a:r>
              <a:rPr lang="de-DE" sz="900" dirty="0" err="1">
                <a:solidFill>
                  <a:srgbClr val="000000"/>
                </a:solidFill>
                <a:cs typeface="Arial" pitchFamily="34" charset="0"/>
              </a:rPr>
              <a:t>Textbox</a:t>
            </a:r>
            <a:r>
              <a:rPr lang="de-DE" sz="900" dirty="0">
                <a:solidFill>
                  <a:srgbClr val="000000"/>
                </a:solidFill>
                <a:cs typeface="Arial" pitchFamily="34" charset="0"/>
              </a:rPr>
              <a:t> über den Menüpunkt „Einfügen-Elemente-Standard“ eingefügt werden.</a:t>
            </a:r>
          </a:p>
          <a:p>
            <a:pPr>
              <a:spcBef>
                <a:spcPts val="0"/>
              </a:spcBef>
            </a:pPr>
            <a:r>
              <a:rPr lang="de-DE" sz="900" dirty="0">
                <a:solidFill>
                  <a:srgbClr val="000000"/>
                </a:solidFill>
                <a:cs typeface="Arial" pitchFamily="34" charset="0"/>
              </a:rPr>
              <a:t>-------------------------------</a:t>
            </a:r>
          </a:p>
          <a:p>
            <a:pPr>
              <a:spcBef>
                <a:spcPts val="0"/>
              </a:spcBef>
            </a:pPr>
            <a:r>
              <a:rPr lang="en-US" sz="900" dirty="0">
                <a:solidFill>
                  <a:srgbClr val="000000"/>
                </a:solidFill>
                <a:cs typeface="Arial" pitchFamily="34" charset="0"/>
              </a:rPr>
              <a:t>Upon need, a transparent textbox can be added in via the "Insert-Elements-Standard" menu item</a:t>
            </a:r>
            <a:endParaRPr lang="de-DE" sz="900" dirty="0">
              <a:solidFill>
                <a:srgbClr val="000000"/>
              </a:solidFill>
              <a:cs typeface="Arial" pitchFamily="34" charset="0"/>
            </a:endParaRPr>
          </a:p>
          <a:p>
            <a:pPr>
              <a:spcBef>
                <a:spcPts val="0"/>
              </a:spcBef>
            </a:pPr>
            <a:endParaRPr lang="de-DE" sz="900" dirty="0">
              <a:solidFill>
                <a:srgbClr val="000000"/>
              </a:solidFill>
              <a:cs typeface="Arial" pitchFamily="34" charset="0"/>
            </a:endParaRPr>
          </a:p>
        </p:txBody>
      </p:sp>
    </p:spTree>
    <p:extLst>
      <p:ext uri="{BB962C8B-B14F-4D97-AF65-F5344CB8AC3E}">
        <p14:creationId xmlns:p14="http://schemas.microsoft.com/office/powerpoint/2010/main" val="4102703151"/>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bschlussfolie">
    <p:bg bwMode="gray">
      <p:bgPr>
        <a:solidFill>
          <a:schemeClr val="bg1"/>
        </a:solidFill>
        <a:effectLst/>
      </p:bgPr>
    </p:bg>
    <p:spTree>
      <p:nvGrpSpPr>
        <p:cNvPr id="1" name=""/>
        <p:cNvGrpSpPr/>
        <p:nvPr/>
      </p:nvGrpSpPr>
      <p:grpSpPr>
        <a:xfrm>
          <a:off x="0" y="0"/>
          <a:ext cx="0" cy="0"/>
          <a:chOff x="0" y="0"/>
          <a:chExt cx="0" cy="0"/>
        </a:xfrm>
      </p:grpSpPr>
      <p:sp>
        <p:nvSpPr>
          <p:cNvPr id="7" name="Bildplatzhalter 6"/>
          <p:cNvSpPr>
            <a:spLocks noGrp="1"/>
          </p:cNvSpPr>
          <p:nvPr>
            <p:ph type="pic" sz="quarter" idx="13"/>
          </p:nvPr>
        </p:nvSpPr>
        <p:spPr bwMode="gray">
          <a:xfrm>
            <a:off x="0" y="1081087"/>
            <a:ext cx="9147600" cy="3780000"/>
          </a:xfrm>
          <a:solidFill>
            <a:srgbClr val="EEF1F3"/>
          </a:solidFill>
        </p:spPr>
        <p:txBody>
          <a:bodyPr/>
          <a:lstStyle>
            <a:lvl1pPr>
              <a:defRPr>
                <a:solidFill>
                  <a:schemeClr val="tx1"/>
                </a:solidFill>
              </a:defRPr>
            </a:lvl1pPr>
          </a:lstStyle>
          <a:p>
            <a:endParaRPr lang="de-DE" dirty="0"/>
          </a:p>
        </p:txBody>
      </p:sp>
      <p:sp>
        <p:nvSpPr>
          <p:cNvPr id="9" name="Rechteck 8"/>
          <p:cNvSpPr/>
          <p:nvPr userDrawn="1"/>
        </p:nvSpPr>
        <p:spPr bwMode="gray">
          <a:xfrm>
            <a:off x="7277102" y="4895222"/>
            <a:ext cx="1609725" cy="178594"/>
          </a:xfrm>
          <a:prstGeom prst="rect">
            <a:avLst/>
          </a:prstGeom>
          <a:solidFill>
            <a:schemeClr val="bg1"/>
          </a:solidFill>
          <a:ln>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de-DE">
              <a:solidFill>
                <a:srgbClr val="FFFFFF"/>
              </a:solidFill>
            </a:endParaRPr>
          </a:p>
        </p:txBody>
      </p:sp>
      <p:sp>
        <p:nvSpPr>
          <p:cNvPr id="14"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Tree>
    <p:extLst>
      <p:ext uri="{BB962C8B-B14F-4D97-AF65-F5344CB8AC3E}">
        <p14:creationId xmlns:p14="http://schemas.microsoft.com/office/powerpoint/2010/main" val="3703782224"/>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 bearbeiten</a:t>
            </a:r>
          </a:p>
        </p:txBody>
      </p:sp>
    </p:spTree>
    <p:extLst>
      <p:ext uri="{BB962C8B-B14F-4D97-AF65-F5344CB8AC3E}">
        <p14:creationId xmlns:p14="http://schemas.microsoft.com/office/powerpoint/2010/main" val="43771160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6" Type="http://schemas.openxmlformats.org/officeDocument/2006/relationships/theme" Target="../theme/theme4.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platzhalter 3"/>
          <p:cNvSpPr>
            <a:spLocks noGrp="1"/>
          </p:cNvSpPr>
          <p:nvPr>
            <p:ph type="body" idx="1"/>
          </p:nvPr>
        </p:nvSpPr>
        <p:spPr bwMode="gray">
          <a:xfrm>
            <a:off x="360001" y="1080001"/>
            <a:ext cx="8424000" cy="378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ext Box 10"/>
          <p:cNvSpPr txBox="1">
            <a:spLocks noChangeArrowheads="1"/>
          </p:cNvSpPr>
          <p:nvPr/>
        </p:nvSpPr>
        <p:spPr bwMode="black">
          <a:xfrm>
            <a:off x="7162360" y="4968000"/>
            <a:ext cx="1620000" cy="10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a:lnSpc>
                <a:spcPts val="800"/>
              </a:lnSpc>
            </a:pPr>
            <a:r>
              <a:rPr lang="de-DE" sz="800" dirty="0">
                <a:solidFill>
                  <a:srgbClr val="666666"/>
                </a:solidFill>
              </a:rPr>
              <a:t>© ZF Friedrichshafen AG, 2016</a:t>
            </a:r>
          </a:p>
        </p:txBody>
      </p:sp>
      <p:sp>
        <p:nvSpPr>
          <p:cNvPr id="9"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sp>
        <p:nvSpPr>
          <p:cNvPr id="12" name="Foliennummernplatzhalter 2"/>
          <p:cNvSpPr txBox="1">
            <a:spLocks/>
          </p:cNvSpPr>
          <p:nvPr/>
        </p:nvSpPr>
        <p:spPr bwMode="black">
          <a:xfrm>
            <a:off x="360000" y="4968000"/>
            <a:ext cx="359139" cy="108000"/>
          </a:xfrm>
          <a:prstGeom prst="rect">
            <a:avLst/>
          </a:prstGeom>
        </p:spPr>
        <p:txBody>
          <a:bodyPr lIns="0" tIns="0" rIns="0" bIns="0"/>
          <a:lstStyle>
            <a:defPPr>
              <a:defRPr lang="de-DE"/>
            </a:defPPr>
            <a:lvl1pPr algn="l" rtl="0" fontAlgn="base">
              <a:lnSpc>
                <a:spcPts val="800"/>
              </a:lnSpc>
              <a:spcBef>
                <a:spcPct val="0"/>
              </a:spcBef>
              <a:spcAft>
                <a:spcPct val="0"/>
              </a:spcAft>
              <a:defRPr sz="800" b="0" kern="1200">
                <a:solidFill>
                  <a:srgbClr val="666666"/>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a:lstStyle>
          <a:p>
            <a:fld id="{44E0A29A-F4A4-42F0-ADBD-A9077044729C}" type="slidenum">
              <a:rPr lang="de-DE" smtClean="0"/>
              <a:pPr/>
              <a:t>‹#›</a:t>
            </a:fld>
            <a:endParaRPr lang="de-DE" dirty="0"/>
          </a:p>
        </p:txBody>
      </p:sp>
      <p:sp>
        <p:nvSpPr>
          <p:cNvPr id="13" name="TW_Footer_4"/>
          <p:cNvSpPr txBox="1">
            <a:spLocks/>
          </p:cNvSpPr>
          <p:nvPr/>
        </p:nvSpPr>
        <p:spPr bwMode="black">
          <a:xfrm>
            <a:off x="791604" y="4968000"/>
            <a:ext cx="905100" cy="108000"/>
          </a:xfrm>
          <a:prstGeom prst="rect">
            <a:avLst/>
          </a:prstGeom>
        </p:spPr>
        <p:txBody>
          <a:bodyPr vert="horz" lIns="0" tIns="0" rIns="0" bIns="0" rtlCol="0" anchor="t" anchorCtr="0"/>
          <a:lstStyle>
            <a:defPPr>
              <a:defRPr lang="de-DE"/>
            </a:defPPr>
            <a:lvl1pPr algn="l" rtl="0" fontAlgn="base">
              <a:lnSpc>
                <a:spcPts val="800"/>
              </a:lnSpc>
              <a:spcBef>
                <a:spcPct val="0"/>
              </a:spcBef>
              <a:spcAft>
                <a:spcPct val="0"/>
              </a:spcAft>
              <a:defRPr sz="800" kern="1200" baseline="0">
                <a:solidFill>
                  <a:srgbClr val="666666"/>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a:lstStyle>
          <a:p>
            <a:fld id="{1BA87818-599A-4CEF-A0F3-4647E12C40EF}" type="datetime1">
              <a:rPr lang="de-DE" smtClean="0"/>
              <a:pPr/>
              <a:t>28.01.2026</a:t>
            </a:fld>
            <a:endParaRPr lang="de-DE" dirty="0"/>
          </a:p>
        </p:txBody>
      </p:sp>
      <p:sp>
        <p:nvSpPr>
          <p:cNvPr id="11" name="TW_Footer_3"/>
          <p:cNvSpPr txBox="1">
            <a:spLocks/>
          </p:cNvSpPr>
          <p:nvPr/>
        </p:nvSpPr>
        <p:spPr>
          <a:xfrm>
            <a:off x="1692000" y="4968000"/>
            <a:ext cx="4572000" cy="108000"/>
          </a:xfrm>
          <a:prstGeom prst="rect">
            <a:avLst/>
          </a:prstGeom>
        </p:spPr>
        <p:txBody>
          <a:bodyPr vert="horz" lIns="0" tIns="0" rIns="0" bIns="0" rtlCol="0" anchor="t" anchorCtr="0"/>
          <a:lstStyle>
            <a:defPPr>
              <a:defRPr lang="de-DE"/>
            </a:defPPr>
            <a:lvl1pPr algn="l" rtl="0" fontAlgn="base">
              <a:spcBef>
                <a:spcPct val="0"/>
              </a:spcBef>
              <a:spcAft>
                <a:spcPct val="0"/>
              </a:spcAft>
              <a:defRPr lang="de-DE" sz="800" kern="1200" baseline="0" smtClean="0">
                <a:solidFill>
                  <a:srgbClr val="666666"/>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a:lstStyle>
          <a:p>
            <a:pPr>
              <a:lnSpc>
                <a:spcPts val="800"/>
              </a:lnSpc>
            </a:pPr>
            <a:r>
              <a:rPr lang="de-DE" dirty="0"/>
              <a:t>Abteilungskürzel, Kurzfassung Präsentationstitel (Schutzklasse)</a:t>
            </a:r>
          </a:p>
        </p:txBody>
      </p:sp>
      <p:pic>
        <p:nvPicPr>
          <p:cNvPr id="1027" name="Picture 3" descr="W:\Bearbeitung\ZF_CP\Master_TRW\ZF TRW Logo und Claim_1\ZF TRW Logo RZ\ZF TRW Logo ohne Claim\ZF TRW Logo ohne Kontrastlinie\PNG\ZF TRW Logo 4C 1.png"/>
          <p:cNvPicPr>
            <a:picLocks noChangeAspect="1" noChangeArrowheads="1"/>
          </p:cNvPicPr>
          <p:nvPr/>
        </p:nvPicPr>
        <p:blipFill rotWithShape="1">
          <a:blip>
            <a:extLst>
              <a:ext uri="{28A0092B-C50C-407E-A947-70E740481C1C}">
                <a14:useLocalDpi xmlns:a14="http://schemas.microsoft.com/office/drawing/2010/main" val="0"/>
              </a:ext>
            </a:extLst>
          </a:blip>
          <a:srcRect r="51802"/>
          <a:stretch/>
        </p:blipFill>
        <p:spPr bwMode="auto">
          <a:xfrm>
            <a:off x="8278539" y="180000"/>
            <a:ext cx="504305" cy="503640"/>
          </a:xfrm>
          <a:prstGeom prst="rect">
            <a:avLst/>
          </a:prstGeom>
          <a:noFill/>
          <a:extLst>
            <a:ext uri="{909E8E84-426E-40DD-AFC4-6F175D3DCCD1}">
              <a14:hiddenFill xmlns:a14="http://schemas.microsoft.com/office/drawing/2010/main">
                <a:solidFill>
                  <a:srgbClr val="FFFFFF"/>
                </a:solidFill>
              </a14:hiddenFill>
            </a:ext>
          </a:extLst>
        </p:spPr>
      </p:pic>
      <p:sp>
        <p:nvSpPr>
          <p:cNvPr id="3" name="MSIPCMContentMarking" descr="{&quot;HashCode&quot;:416489603,&quot;Placement&quot;:&quot;Header&quot;,&quot;Top&quot;:0.0,&quot;Left&quot;:666.5907,&quot;SlideWidth&quot;:720,&quot;SlideHeight&quot;:405}">
            <a:extLst>
              <a:ext uri="{FF2B5EF4-FFF2-40B4-BE49-F238E27FC236}">
                <a16:creationId xmlns:a16="http://schemas.microsoft.com/office/drawing/2014/main" id="{EBDAA5C8-6B4D-4C62-B043-AD0CBE7BC60C}"/>
              </a:ext>
            </a:extLst>
          </p:cNvPr>
          <p:cNvSpPr txBox="1"/>
          <p:nvPr userDrawn="1"/>
        </p:nvSpPr>
        <p:spPr>
          <a:xfrm>
            <a:off x="8465702" y="0"/>
            <a:ext cx="678298" cy="262344"/>
          </a:xfrm>
          <a:prstGeom prst="rect">
            <a:avLst/>
          </a:prstGeom>
          <a:noFill/>
        </p:spPr>
        <p:txBody>
          <a:bodyPr vert="horz" wrap="square" lIns="0" tIns="0" rIns="0" bIns="0" rtlCol="0" anchor="ctr" anchorCtr="1">
            <a:spAutoFit/>
          </a:bodyPr>
          <a:lstStyle/>
          <a:p>
            <a:pPr algn="r">
              <a:spcBef>
                <a:spcPts val="0"/>
              </a:spcBef>
              <a:spcAft>
                <a:spcPct val="0"/>
              </a:spcAft>
            </a:pPr>
            <a:r>
              <a:rPr lang="en-IN" sz="1000">
                <a:solidFill>
                  <a:srgbClr val="000000"/>
                </a:solidFill>
                <a:latin typeface="Calibri" panose="020F0502020204030204" pitchFamily="34" charset="0"/>
              </a:rPr>
              <a:t>Internal</a:t>
            </a:r>
            <a:endParaRPr lang="en-IN" sz="1000" dirty="0" err="1">
              <a:solidFill>
                <a:srgbClr val="000000"/>
              </a:solidFill>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725" r:id="rId1"/>
    <p:sldLayoutId id="2147483702" r:id="rId2"/>
    <p:sldLayoutId id="2147483684" r:id="rId3"/>
    <p:sldLayoutId id="2147483687" r:id="rId4"/>
    <p:sldLayoutId id="2147483726" r:id="rId5"/>
    <p:sldLayoutId id="2147483692" r:id="rId6"/>
    <p:sldLayoutId id="2147483694" r:id="rId7"/>
    <p:sldLayoutId id="2147483710" r:id="rId8"/>
    <p:sldLayoutId id="2147483691" r:id="rId9"/>
    <p:sldLayoutId id="2147483690" r:id="rId10"/>
    <p:sldLayoutId id="2147483711" r:id="rId11"/>
    <p:sldLayoutId id="2147483727" r:id="rId12"/>
    <p:sldLayoutId id="2147483695" r:id="rId13"/>
    <p:sldLayoutId id="2147483697" r:id="rId14"/>
    <p:sldLayoutId id="2147483728" r:id="rId15"/>
    <p:sldLayoutId id="2147483731" r:id="rId16"/>
    <p:sldLayoutId id="2147483732" r:id="rId17"/>
    <p:sldLayoutId id="2147483730" r:id="rId18"/>
  </p:sldLayoutIdLst>
  <p:transition spd="med"/>
  <p:hf sldNum="0" hdr="0" ftr="0" dt="0"/>
  <p:txStyles>
    <p:titleStyle>
      <a:lvl1pPr algn="l" rtl="0" eaLnBrk="1" fontAlgn="base" hangingPunct="1">
        <a:lnSpc>
          <a:spcPts val="2400"/>
        </a:lnSpc>
        <a:spcBef>
          <a:spcPct val="0"/>
        </a:spcBef>
        <a:spcAft>
          <a:spcPct val="0"/>
        </a:spcAft>
        <a:defRPr sz="2200" baseline="0">
          <a:solidFill>
            <a:schemeClr val="tx1"/>
          </a:solidFill>
          <a:latin typeface="Arial" pitchFamily="34" charset="0"/>
          <a:ea typeface="+mj-ea"/>
          <a:cs typeface="Arial" pitchFamily="34" charset="0"/>
        </a:defRPr>
      </a:lvl1pPr>
      <a:lvl2pPr algn="l" rtl="0" eaLnBrk="1" fontAlgn="base" hangingPunct="1">
        <a:lnSpc>
          <a:spcPts val="2799"/>
        </a:lnSpc>
        <a:spcBef>
          <a:spcPct val="0"/>
        </a:spcBef>
        <a:spcAft>
          <a:spcPct val="0"/>
        </a:spcAft>
        <a:defRPr sz="2600">
          <a:solidFill>
            <a:schemeClr val="tx1"/>
          </a:solidFill>
          <a:latin typeface="Arial" charset="0"/>
        </a:defRPr>
      </a:lvl2pPr>
      <a:lvl3pPr algn="l" rtl="0" eaLnBrk="1" fontAlgn="base" hangingPunct="1">
        <a:lnSpc>
          <a:spcPts val="2799"/>
        </a:lnSpc>
        <a:spcBef>
          <a:spcPct val="0"/>
        </a:spcBef>
        <a:spcAft>
          <a:spcPct val="0"/>
        </a:spcAft>
        <a:defRPr sz="2600">
          <a:solidFill>
            <a:schemeClr val="tx1"/>
          </a:solidFill>
          <a:latin typeface="Arial" charset="0"/>
        </a:defRPr>
      </a:lvl3pPr>
      <a:lvl4pPr algn="l" rtl="0" eaLnBrk="1" fontAlgn="base" hangingPunct="1">
        <a:lnSpc>
          <a:spcPts val="2799"/>
        </a:lnSpc>
        <a:spcBef>
          <a:spcPct val="0"/>
        </a:spcBef>
        <a:spcAft>
          <a:spcPct val="0"/>
        </a:spcAft>
        <a:defRPr sz="2600">
          <a:solidFill>
            <a:schemeClr val="tx1"/>
          </a:solidFill>
          <a:latin typeface="Arial" charset="0"/>
        </a:defRPr>
      </a:lvl4pPr>
      <a:lvl5pPr algn="l" rtl="0" eaLnBrk="1" fontAlgn="base" hangingPunct="1">
        <a:lnSpc>
          <a:spcPts val="2799"/>
        </a:lnSpc>
        <a:spcBef>
          <a:spcPct val="0"/>
        </a:spcBef>
        <a:spcAft>
          <a:spcPct val="0"/>
        </a:spcAft>
        <a:defRPr sz="2600">
          <a:solidFill>
            <a:schemeClr val="tx1"/>
          </a:solidFill>
          <a:latin typeface="Arial" charset="0"/>
        </a:defRPr>
      </a:lvl5pPr>
      <a:lvl6pPr marL="457148" algn="l" rtl="0" eaLnBrk="1" fontAlgn="base" hangingPunct="1">
        <a:lnSpc>
          <a:spcPts val="2799"/>
        </a:lnSpc>
        <a:spcBef>
          <a:spcPct val="0"/>
        </a:spcBef>
        <a:spcAft>
          <a:spcPct val="0"/>
        </a:spcAft>
        <a:defRPr sz="2600">
          <a:solidFill>
            <a:schemeClr val="tx1"/>
          </a:solidFill>
          <a:latin typeface="Arial" charset="0"/>
        </a:defRPr>
      </a:lvl6pPr>
      <a:lvl7pPr marL="914296" algn="l" rtl="0" eaLnBrk="1" fontAlgn="base" hangingPunct="1">
        <a:lnSpc>
          <a:spcPts val="2799"/>
        </a:lnSpc>
        <a:spcBef>
          <a:spcPct val="0"/>
        </a:spcBef>
        <a:spcAft>
          <a:spcPct val="0"/>
        </a:spcAft>
        <a:defRPr sz="2600">
          <a:solidFill>
            <a:schemeClr val="tx1"/>
          </a:solidFill>
          <a:latin typeface="Arial" charset="0"/>
        </a:defRPr>
      </a:lvl7pPr>
      <a:lvl8pPr marL="1371444" algn="l" rtl="0" eaLnBrk="1" fontAlgn="base" hangingPunct="1">
        <a:lnSpc>
          <a:spcPts val="2799"/>
        </a:lnSpc>
        <a:spcBef>
          <a:spcPct val="0"/>
        </a:spcBef>
        <a:spcAft>
          <a:spcPct val="0"/>
        </a:spcAft>
        <a:defRPr sz="2600">
          <a:solidFill>
            <a:schemeClr val="tx1"/>
          </a:solidFill>
          <a:latin typeface="Arial" charset="0"/>
        </a:defRPr>
      </a:lvl8pPr>
      <a:lvl9pPr marL="1828592" algn="l" rtl="0" eaLnBrk="1" fontAlgn="base" hangingPunct="1">
        <a:lnSpc>
          <a:spcPts val="2799"/>
        </a:lnSpc>
        <a:spcBef>
          <a:spcPct val="0"/>
        </a:spcBef>
        <a:spcAft>
          <a:spcPct val="0"/>
        </a:spcAft>
        <a:defRPr sz="2600">
          <a:solidFill>
            <a:schemeClr val="tx1"/>
          </a:solidFill>
          <a:latin typeface="Arial" charset="0"/>
        </a:defRPr>
      </a:lvl9pPr>
    </p:titleStyle>
    <p:bodyStyle>
      <a:lvl1pPr algn="l" rtl="0" eaLnBrk="1" fontAlgn="base" hangingPunct="1">
        <a:lnSpc>
          <a:spcPct val="100000"/>
        </a:lnSpc>
        <a:spcBef>
          <a:spcPts val="800"/>
        </a:spcBef>
        <a:spcAft>
          <a:spcPct val="0"/>
        </a:spcAft>
        <a:buClr>
          <a:srgbClr val="4367C5"/>
        </a:buClr>
        <a:buFont typeface="Wingdings" pitchFamily="2" charset="2"/>
        <a:defRPr sz="1400">
          <a:solidFill>
            <a:schemeClr val="tx1"/>
          </a:solidFill>
          <a:latin typeface="Arial" pitchFamily="34" charset="0"/>
          <a:ea typeface="+mn-ea"/>
          <a:cs typeface="Arial" pitchFamily="34" charset="0"/>
        </a:defRPr>
      </a:lvl1pPr>
      <a:lvl2pPr marL="215976" indent="-215976" algn="l" rtl="0" eaLnBrk="1" fontAlgn="base" hangingPunct="1">
        <a:lnSpc>
          <a:spcPct val="100000"/>
        </a:lnSpc>
        <a:spcBef>
          <a:spcPts val="840"/>
        </a:spcBef>
        <a:spcAft>
          <a:spcPct val="0"/>
        </a:spcAft>
        <a:buClr>
          <a:schemeClr val="tx2"/>
        </a:buClr>
        <a:buSzPct val="85000"/>
        <a:buFont typeface="Wingdings" pitchFamily="2" charset="2"/>
        <a:buChar char="n"/>
        <a:defRPr sz="1400">
          <a:solidFill>
            <a:schemeClr val="tx1"/>
          </a:solidFill>
          <a:latin typeface="Arial" pitchFamily="34" charset="0"/>
          <a:cs typeface="Arial" pitchFamily="34" charset="0"/>
        </a:defRPr>
      </a:lvl2pPr>
      <a:lvl3pPr marL="431951" indent="-215976" algn="l" rtl="0" eaLnBrk="1" fontAlgn="base" hangingPunct="1">
        <a:lnSpc>
          <a:spcPct val="100000"/>
        </a:lnSpc>
        <a:spcBef>
          <a:spcPts val="800"/>
        </a:spcBef>
        <a:spcAft>
          <a:spcPct val="0"/>
        </a:spcAft>
        <a:buClr>
          <a:schemeClr val="tx2"/>
        </a:buClr>
        <a:buSzPct val="100000"/>
        <a:buFont typeface="Arial" pitchFamily="34" charset="0"/>
        <a:buChar char="–"/>
        <a:defRPr sz="1400">
          <a:solidFill>
            <a:schemeClr val="tx1"/>
          </a:solidFill>
          <a:latin typeface="Arial" pitchFamily="34" charset="0"/>
          <a:cs typeface="Arial" pitchFamily="34" charset="0"/>
        </a:defRPr>
      </a:lvl3pPr>
      <a:lvl4pPr marL="648000" indent="-216000" algn="l" rtl="0" eaLnBrk="1" fontAlgn="base" hangingPunct="1">
        <a:lnSpc>
          <a:spcPct val="100000"/>
        </a:lnSpc>
        <a:spcBef>
          <a:spcPts val="800"/>
        </a:spcBef>
        <a:spcAft>
          <a:spcPct val="0"/>
        </a:spcAft>
        <a:buClr>
          <a:schemeClr val="tx2"/>
        </a:buClr>
        <a:buSzPct val="100000"/>
        <a:buFont typeface="Arial" pitchFamily="34" charset="0"/>
        <a:buChar char="–"/>
        <a:defRPr sz="1400">
          <a:solidFill>
            <a:schemeClr val="tx1"/>
          </a:solidFill>
          <a:latin typeface="Arial" pitchFamily="34" charset="0"/>
          <a:cs typeface="Arial" pitchFamily="34" charset="0"/>
        </a:defRPr>
      </a:lvl4pPr>
      <a:lvl5pPr marL="864000" indent="-216000" algn="l" rtl="0" eaLnBrk="1" fontAlgn="base" hangingPunct="1">
        <a:lnSpc>
          <a:spcPct val="100000"/>
        </a:lnSpc>
        <a:spcBef>
          <a:spcPts val="800"/>
        </a:spcBef>
        <a:spcAft>
          <a:spcPct val="0"/>
        </a:spcAft>
        <a:buClr>
          <a:schemeClr val="tx2"/>
        </a:buClr>
        <a:buFont typeface="Arial" pitchFamily="34" charset="0"/>
        <a:buChar char="–"/>
        <a:defRPr sz="1400">
          <a:solidFill>
            <a:schemeClr val="tx1"/>
          </a:solidFill>
          <a:latin typeface="Arial" pitchFamily="34" charset="0"/>
          <a:cs typeface="Arial" pitchFamily="34" charset="0"/>
        </a:defRPr>
      </a:lvl5pPr>
      <a:lvl6pPr marL="1609542"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6pPr>
      <a:lvl7pPr marL="2066690"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7pPr>
      <a:lvl8pPr marL="2523838"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8pPr>
      <a:lvl9pPr marL="2980986"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9pPr>
    </p:bodyStyle>
    <p:otherStyle>
      <a:defPPr>
        <a:defRPr lang="de-DE"/>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4AC5A7F6-084C-4F12-A2E2-24BFDB356A06}" type="datetimeFigureOut">
              <a:rPr lang="en-US" smtClean="0"/>
              <a:t>1/28/2026</a:t>
            </a:fld>
            <a:endParaRPr lang="en-US"/>
          </a:p>
        </p:txBody>
      </p:sp>
      <p:sp>
        <p:nvSpPr>
          <p:cNvPr id="5" name="Footer Placeholder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6A33928C-FA67-4019-9E25-220E9690B301}" type="slidenum">
              <a:rPr lang="en-US" smtClean="0"/>
              <a:t>‹#›</a:t>
            </a:fld>
            <a:endParaRPr lang="en-US"/>
          </a:p>
        </p:txBody>
      </p:sp>
      <p:sp>
        <p:nvSpPr>
          <p:cNvPr id="7" name="novaPathPPTBox"/>
          <p:cNvSpPr txBox="1"/>
          <p:nvPr userDrawn="1"/>
        </p:nvSpPr>
        <p:spPr>
          <a:xfrm>
            <a:off x="6438900" y="4965700"/>
            <a:ext cx="358431" cy="69250"/>
          </a:xfrm>
          <a:prstGeom prst="rect">
            <a:avLst/>
          </a:prstGeom>
          <a:noFill/>
        </p:spPr>
        <p:txBody>
          <a:bodyPr vert="horz" wrap="none" lIns="0" tIns="0" rtlCol="0">
            <a:spAutoFit/>
          </a:bodyPr>
          <a:lstStyle/>
          <a:p>
            <a:pPr algn="l" fontAlgn="t">
              <a:lnSpc>
                <a:spcPts val="0"/>
              </a:lnSpc>
              <a:spcBef>
                <a:spcPct val="0"/>
              </a:spcBef>
            </a:pPr>
            <a:r>
              <a:rPr lang="en-US" sz="600">
                <a:solidFill>
                  <a:srgbClr val="000000"/>
                </a:solidFill>
                <a:latin typeface="Tahoma"/>
              </a:rPr>
              <a:t>Internal</a:t>
            </a:r>
          </a:p>
        </p:txBody>
      </p:sp>
      <p:sp>
        <p:nvSpPr>
          <p:cNvPr id="8" name="MSIPCMContentMarking" descr="{&quot;HashCode&quot;:416489603,&quot;Placement&quot;:&quot;Header&quot;,&quot;Top&quot;:0.0,&quot;Left&quot;:666.5907,&quot;SlideWidth&quot;:720,&quot;SlideHeight&quot;:405}">
            <a:extLst>
              <a:ext uri="{FF2B5EF4-FFF2-40B4-BE49-F238E27FC236}">
                <a16:creationId xmlns:a16="http://schemas.microsoft.com/office/drawing/2014/main" id="{8ACD27E4-CBC7-465B-8E72-DDC0DF5BE0E0}"/>
              </a:ext>
            </a:extLst>
          </p:cNvPr>
          <p:cNvSpPr txBox="1"/>
          <p:nvPr userDrawn="1"/>
        </p:nvSpPr>
        <p:spPr>
          <a:xfrm>
            <a:off x="8465702" y="0"/>
            <a:ext cx="678298" cy="262344"/>
          </a:xfrm>
          <a:prstGeom prst="rect">
            <a:avLst/>
          </a:prstGeom>
          <a:noFill/>
        </p:spPr>
        <p:txBody>
          <a:bodyPr vert="horz" wrap="square" lIns="0" tIns="0" rIns="0" bIns="0" rtlCol="0" anchor="ctr" anchorCtr="1">
            <a:spAutoFit/>
          </a:bodyPr>
          <a:lstStyle/>
          <a:p>
            <a:pPr algn="r">
              <a:spcBef>
                <a:spcPct val="0"/>
              </a:spcBef>
              <a:spcAft>
                <a:spcPct val="0"/>
              </a:spcAft>
            </a:pPr>
            <a:r>
              <a:rPr lang="en-IN"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4088994254"/>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CA7931EC-8B6A-40A3-9E54-DD7612F1CF24}" type="datetimeFigureOut">
              <a:rPr lang="en-US" smtClean="0"/>
              <a:t>1/28/2026</a:t>
            </a:fld>
            <a:endParaRPr lang="en-US"/>
          </a:p>
        </p:txBody>
      </p:sp>
      <p:sp>
        <p:nvSpPr>
          <p:cNvPr id="5" name="Footer Placeholder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1130636-DEC5-48A8-B7F6-11A5EA1C1888}" type="slidenum">
              <a:rPr lang="en-US" smtClean="0"/>
              <a:t>‹#›</a:t>
            </a:fld>
            <a:endParaRPr lang="en-US"/>
          </a:p>
        </p:txBody>
      </p:sp>
      <p:sp>
        <p:nvSpPr>
          <p:cNvPr id="7" name="novaPathPPTBox"/>
          <p:cNvSpPr txBox="1"/>
          <p:nvPr userDrawn="1"/>
        </p:nvSpPr>
        <p:spPr>
          <a:xfrm>
            <a:off x="6438900" y="4965700"/>
            <a:ext cx="358431" cy="69250"/>
          </a:xfrm>
          <a:prstGeom prst="rect">
            <a:avLst/>
          </a:prstGeom>
          <a:noFill/>
        </p:spPr>
        <p:txBody>
          <a:bodyPr vert="horz" wrap="none" lIns="0" tIns="0" rtlCol="0">
            <a:spAutoFit/>
          </a:bodyPr>
          <a:lstStyle/>
          <a:p>
            <a:pPr algn="l" fontAlgn="t">
              <a:lnSpc>
                <a:spcPts val="0"/>
              </a:lnSpc>
              <a:spcBef>
                <a:spcPct val="0"/>
              </a:spcBef>
            </a:pPr>
            <a:r>
              <a:rPr lang="en-US" sz="600">
                <a:solidFill>
                  <a:srgbClr val="000000"/>
                </a:solidFill>
                <a:latin typeface="Tahoma"/>
              </a:rPr>
              <a:t>Internal</a:t>
            </a:r>
          </a:p>
        </p:txBody>
      </p:sp>
      <p:sp>
        <p:nvSpPr>
          <p:cNvPr id="8" name="MSIPCMContentMarking" descr="{&quot;HashCode&quot;:416489603,&quot;Placement&quot;:&quot;Header&quot;,&quot;Top&quot;:0.0,&quot;Left&quot;:666.5907,&quot;SlideWidth&quot;:720,&quot;SlideHeight&quot;:405}">
            <a:extLst>
              <a:ext uri="{FF2B5EF4-FFF2-40B4-BE49-F238E27FC236}">
                <a16:creationId xmlns:a16="http://schemas.microsoft.com/office/drawing/2014/main" id="{D2954397-A42E-4147-B1D5-8E4FAD277E6F}"/>
              </a:ext>
            </a:extLst>
          </p:cNvPr>
          <p:cNvSpPr txBox="1"/>
          <p:nvPr userDrawn="1"/>
        </p:nvSpPr>
        <p:spPr>
          <a:xfrm>
            <a:off x="8465702" y="0"/>
            <a:ext cx="678298" cy="262344"/>
          </a:xfrm>
          <a:prstGeom prst="rect">
            <a:avLst/>
          </a:prstGeom>
          <a:noFill/>
        </p:spPr>
        <p:txBody>
          <a:bodyPr vert="horz" wrap="square" lIns="0" tIns="0" rIns="0" bIns="0" rtlCol="0" anchor="ctr" anchorCtr="1">
            <a:spAutoFit/>
          </a:bodyPr>
          <a:lstStyle/>
          <a:p>
            <a:pPr algn="r">
              <a:spcBef>
                <a:spcPct val="0"/>
              </a:spcBef>
              <a:spcAft>
                <a:spcPct val="0"/>
              </a:spcAft>
            </a:pPr>
            <a:r>
              <a:rPr lang="en-IN"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2774509032"/>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platzhalter 3"/>
          <p:cNvSpPr>
            <a:spLocks noGrp="1"/>
          </p:cNvSpPr>
          <p:nvPr>
            <p:ph type="body" idx="1"/>
          </p:nvPr>
        </p:nvSpPr>
        <p:spPr bwMode="gray">
          <a:xfrm>
            <a:off x="360001" y="1080001"/>
            <a:ext cx="8424000" cy="378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ext Box 10"/>
          <p:cNvSpPr txBox="1">
            <a:spLocks noChangeArrowheads="1"/>
          </p:cNvSpPr>
          <p:nvPr userDrawn="1"/>
        </p:nvSpPr>
        <p:spPr bwMode="black">
          <a:xfrm>
            <a:off x="7162360" y="4968000"/>
            <a:ext cx="1620000" cy="10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a:lnSpc>
                <a:spcPts val="800"/>
              </a:lnSpc>
            </a:pPr>
            <a:r>
              <a:rPr lang="de-DE" sz="800" dirty="0">
                <a:solidFill>
                  <a:srgbClr val="666666"/>
                </a:solidFill>
              </a:rPr>
              <a:t>© ZF Friedrichshafen AG, 2014</a:t>
            </a:r>
          </a:p>
        </p:txBody>
      </p:sp>
      <p:sp>
        <p:nvSpPr>
          <p:cNvPr id="9" name="Titelplatzhalter 2"/>
          <p:cNvSpPr>
            <a:spLocks noGrp="1"/>
          </p:cNvSpPr>
          <p:nvPr>
            <p:ph type="title"/>
          </p:nvPr>
        </p:nvSpPr>
        <p:spPr bwMode="gray">
          <a:xfrm>
            <a:off x="360362" y="144000"/>
            <a:ext cx="7380000" cy="594000"/>
          </a:xfrm>
          <a:prstGeom prst="rect">
            <a:avLst/>
          </a:prstGeom>
        </p:spPr>
        <p:txBody>
          <a:bodyPr vert="horz" lIns="0" tIns="0" rIns="0" bIns="0" rtlCol="0" anchor="t" anchorCtr="0">
            <a:noAutofit/>
          </a:bodyPr>
          <a:lstStyle/>
          <a:p>
            <a:r>
              <a:rPr lang="de-DE" dirty="0"/>
              <a:t>Titelmasterformat durch Klicken bearbeiten</a:t>
            </a:r>
          </a:p>
        </p:txBody>
      </p:sp>
      <p:pic>
        <p:nvPicPr>
          <p:cNvPr id="3" name="Grafik 2"/>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8278539" y="180000"/>
            <a:ext cx="504305" cy="504305"/>
          </a:xfrm>
          <a:prstGeom prst="rect">
            <a:avLst/>
          </a:prstGeom>
        </p:spPr>
      </p:pic>
      <p:sp>
        <p:nvSpPr>
          <p:cNvPr id="12" name="Foliennummernplatzhalter 2"/>
          <p:cNvSpPr txBox="1">
            <a:spLocks/>
          </p:cNvSpPr>
          <p:nvPr userDrawn="1"/>
        </p:nvSpPr>
        <p:spPr bwMode="black">
          <a:xfrm>
            <a:off x="360000" y="4968000"/>
            <a:ext cx="359139" cy="108000"/>
          </a:xfrm>
          <a:prstGeom prst="rect">
            <a:avLst/>
          </a:prstGeom>
        </p:spPr>
        <p:txBody>
          <a:bodyPr lIns="0" tIns="0" rIns="0" bIns="0"/>
          <a:lstStyle>
            <a:defPPr>
              <a:defRPr lang="de-DE"/>
            </a:defPPr>
            <a:lvl1pPr algn="l" rtl="0" fontAlgn="base">
              <a:lnSpc>
                <a:spcPts val="800"/>
              </a:lnSpc>
              <a:spcBef>
                <a:spcPct val="0"/>
              </a:spcBef>
              <a:spcAft>
                <a:spcPct val="0"/>
              </a:spcAft>
              <a:defRPr sz="800" b="0" kern="1200">
                <a:solidFill>
                  <a:srgbClr val="666666"/>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a:lstStyle>
          <a:p>
            <a:fld id="{44E0A29A-F4A4-42F0-ADBD-A9077044729C}" type="slidenum">
              <a:rPr lang="de-DE" smtClean="0"/>
              <a:pPr/>
              <a:t>‹#›</a:t>
            </a:fld>
            <a:endParaRPr lang="de-DE" dirty="0"/>
          </a:p>
        </p:txBody>
      </p:sp>
      <p:sp>
        <p:nvSpPr>
          <p:cNvPr id="13" name="TW_Footer_4"/>
          <p:cNvSpPr txBox="1">
            <a:spLocks/>
          </p:cNvSpPr>
          <p:nvPr userDrawn="1"/>
        </p:nvSpPr>
        <p:spPr bwMode="black">
          <a:xfrm>
            <a:off x="791604" y="4968000"/>
            <a:ext cx="905100" cy="108000"/>
          </a:xfrm>
          <a:prstGeom prst="rect">
            <a:avLst/>
          </a:prstGeom>
        </p:spPr>
        <p:txBody>
          <a:bodyPr vert="horz" lIns="0" tIns="0" rIns="0" bIns="0" rtlCol="0" anchor="t" anchorCtr="0"/>
          <a:lstStyle>
            <a:defPPr>
              <a:defRPr lang="de-DE"/>
            </a:defPPr>
            <a:lvl1pPr algn="l" rtl="0" fontAlgn="base">
              <a:lnSpc>
                <a:spcPts val="800"/>
              </a:lnSpc>
              <a:spcBef>
                <a:spcPct val="0"/>
              </a:spcBef>
              <a:spcAft>
                <a:spcPct val="0"/>
              </a:spcAft>
              <a:defRPr sz="800" kern="1200" baseline="0">
                <a:solidFill>
                  <a:srgbClr val="666666"/>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a:lstStyle>
          <a:p>
            <a:r>
              <a:rPr lang="de-DE"/>
              <a:t>2015-08-24</a:t>
            </a:r>
            <a:endParaRPr lang="de-DE" dirty="0"/>
          </a:p>
        </p:txBody>
      </p:sp>
      <p:sp>
        <p:nvSpPr>
          <p:cNvPr id="11" name="TW_Footer_3"/>
          <p:cNvSpPr txBox="1">
            <a:spLocks/>
          </p:cNvSpPr>
          <p:nvPr userDrawn="1"/>
        </p:nvSpPr>
        <p:spPr>
          <a:xfrm>
            <a:off x="1692000" y="4968000"/>
            <a:ext cx="4572000" cy="108000"/>
          </a:xfrm>
          <a:prstGeom prst="rect">
            <a:avLst/>
          </a:prstGeom>
        </p:spPr>
        <p:txBody>
          <a:bodyPr vert="horz" lIns="0" tIns="0" rIns="0" bIns="0" rtlCol="0" anchor="t" anchorCtr="0"/>
          <a:lstStyle>
            <a:defPPr>
              <a:defRPr lang="de-DE"/>
            </a:defPPr>
            <a:lvl1pPr algn="l" rtl="0" fontAlgn="base">
              <a:spcBef>
                <a:spcPct val="0"/>
              </a:spcBef>
              <a:spcAft>
                <a:spcPct val="0"/>
              </a:spcAft>
              <a:defRPr lang="de-DE" sz="800" kern="1200" baseline="0" smtClean="0">
                <a:solidFill>
                  <a:srgbClr val="666666"/>
                </a:solidFill>
                <a:latin typeface="Arial" charset="0"/>
                <a:ea typeface="+mn-ea"/>
                <a:cs typeface="+mn-cs"/>
              </a:defRPr>
            </a:lvl1pPr>
            <a:lvl2pPr marL="457148" algn="l" rtl="0" fontAlgn="base">
              <a:spcBef>
                <a:spcPct val="0"/>
              </a:spcBef>
              <a:spcAft>
                <a:spcPct val="0"/>
              </a:spcAft>
              <a:defRPr sz="3600" kern="1200">
                <a:solidFill>
                  <a:schemeClr val="tx1"/>
                </a:solidFill>
                <a:latin typeface="Arial" charset="0"/>
                <a:ea typeface="+mn-ea"/>
                <a:cs typeface="+mn-cs"/>
              </a:defRPr>
            </a:lvl2pPr>
            <a:lvl3pPr marL="914296" algn="l" rtl="0" fontAlgn="base">
              <a:spcBef>
                <a:spcPct val="0"/>
              </a:spcBef>
              <a:spcAft>
                <a:spcPct val="0"/>
              </a:spcAft>
              <a:defRPr sz="3600" kern="1200">
                <a:solidFill>
                  <a:schemeClr val="tx1"/>
                </a:solidFill>
                <a:latin typeface="Arial" charset="0"/>
                <a:ea typeface="+mn-ea"/>
                <a:cs typeface="+mn-cs"/>
              </a:defRPr>
            </a:lvl3pPr>
            <a:lvl4pPr marL="1371444" algn="l" rtl="0" fontAlgn="base">
              <a:spcBef>
                <a:spcPct val="0"/>
              </a:spcBef>
              <a:spcAft>
                <a:spcPct val="0"/>
              </a:spcAft>
              <a:defRPr sz="3600" kern="1200">
                <a:solidFill>
                  <a:schemeClr val="tx1"/>
                </a:solidFill>
                <a:latin typeface="Arial" charset="0"/>
                <a:ea typeface="+mn-ea"/>
                <a:cs typeface="+mn-cs"/>
              </a:defRPr>
            </a:lvl4pPr>
            <a:lvl5pPr marL="1828592" algn="l" rtl="0" fontAlgn="base">
              <a:spcBef>
                <a:spcPct val="0"/>
              </a:spcBef>
              <a:spcAft>
                <a:spcPct val="0"/>
              </a:spcAft>
              <a:defRPr sz="3600" kern="1200">
                <a:solidFill>
                  <a:schemeClr val="tx1"/>
                </a:solidFill>
                <a:latin typeface="Arial" charset="0"/>
                <a:ea typeface="+mn-ea"/>
                <a:cs typeface="+mn-cs"/>
              </a:defRPr>
            </a:lvl5pPr>
            <a:lvl6pPr marL="2285740" algn="l" defTabSz="914296" rtl="0" eaLnBrk="1" latinLnBrk="0" hangingPunct="1">
              <a:defRPr sz="3600" kern="1200">
                <a:solidFill>
                  <a:schemeClr val="tx1"/>
                </a:solidFill>
                <a:latin typeface="Arial" charset="0"/>
                <a:ea typeface="+mn-ea"/>
                <a:cs typeface="+mn-cs"/>
              </a:defRPr>
            </a:lvl6pPr>
            <a:lvl7pPr marL="2742888" algn="l" defTabSz="914296" rtl="0" eaLnBrk="1" latinLnBrk="0" hangingPunct="1">
              <a:defRPr sz="3600" kern="1200">
                <a:solidFill>
                  <a:schemeClr val="tx1"/>
                </a:solidFill>
                <a:latin typeface="Arial" charset="0"/>
                <a:ea typeface="+mn-ea"/>
                <a:cs typeface="+mn-cs"/>
              </a:defRPr>
            </a:lvl7pPr>
            <a:lvl8pPr marL="3200036" algn="l" defTabSz="914296" rtl="0" eaLnBrk="1" latinLnBrk="0" hangingPunct="1">
              <a:defRPr sz="3600" kern="1200">
                <a:solidFill>
                  <a:schemeClr val="tx1"/>
                </a:solidFill>
                <a:latin typeface="Arial" charset="0"/>
                <a:ea typeface="+mn-ea"/>
                <a:cs typeface="+mn-cs"/>
              </a:defRPr>
            </a:lvl8pPr>
            <a:lvl9pPr marL="3657184" algn="l" defTabSz="914296" rtl="0" eaLnBrk="1" latinLnBrk="0" hangingPunct="1">
              <a:defRPr sz="3600" kern="1200">
                <a:solidFill>
                  <a:schemeClr val="tx1"/>
                </a:solidFill>
                <a:latin typeface="Arial" charset="0"/>
                <a:ea typeface="+mn-ea"/>
                <a:cs typeface="+mn-cs"/>
              </a:defRPr>
            </a:lvl9pPr>
          </a:lstStyle>
          <a:p>
            <a:pPr>
              <a:lnSpc>
                <a:spcPts val="800"/>
              </a:lnSpc>
            </a:pPr>
            <a:r>
              <a:rPr lang="en-US"/>
              <a:t>SQA - INDIA, SUPPLIER PERFORMANCE AND IMPROVEMENTS, Internal</a:t>
            </a:r>
            <a:endParaRPr dirty="0"/>
          </a:p>
        </p:txBody>
      </p:sp>
      <p:sp>
        <p:nvSpPr>
          <p:cNvPr id="2" name="novaPathPPTBox"/>
          <p:cNvSpPr txBox="1"/>
          <p:nvPr userDrawn="1"/>
        </p:nvSpPr>
        <p:spPr>
          <a:xfrm>
            <a:off x="6438900" y="4965700"/>
            <a:ext cx="266098" cy="23083"/>
          </a:xfrm>
          <a:prstGeom prst="rect">
            <a:avLst/>
          </a:prstGeom>
          <a:noFill/>
        </p:spPr>
        <p:txBody>
          <a:bodyPr vert="horz" wrap="none" lIns="0" tIns="0" rIns="0" bIns="0" rtlCol="0">
            <a:spAutoFit/>
          </a:bodyPr>
          <a:lstStyle/>
          <a:p>
            <a:pPr algn="l" fontAlgn="t">
              <a:lnSpc>
                <a:spcPts val="0"/>
              </a:lnSpc>
              <a:spcBef>
                <a:spcPts val="0"/>
              </a:spcBef>
            </a:pPr>
            <a:r>
              <a:rPr lang="en-US" sz="600">
                <a:solidFill>
                  <a:srgbClr val="000000"/>
                </a:solidFill>
                <a:latin typeface="Tahoma"/>
              </a:rPr>
              <a:t>Internal</a:t>
            </a:r>
            <a:endParaRPr lang="en-US" sz="600" dirty="0" err="1">
              <a:solidFill>
                <a:srgbClr val="000000"/>
              </a:solidFill>
              <a:latin typeface="Tahoma"/>
            </a:endParaRPr>
          </a:p>
        </p:txBody>
      </p:sp>
      <p:sp>
        <p:nvSpPr>
          <p:cNvPr id="5" name="MSIPCMContentMarking" descr="{&quot;HashCode&quot;:416489603,&quot;Placement&quot;:&quot;Header&quot;,&quot;Top&quot;:0.0,&quot;Left&quot;:666.5907,&quot;SlideWidth&quot;:720,&quot;SlideHeight&quot;:405}">
            <a:extLst>
              <a:ext uri="{FF2B5EF4-FFF2-40B4-BE49-F238E27FC236}">
                <a16:creationId xmlns:a16="http://schemas.microsoft.com/office/drawing/2014/main" id="{A624EBC5-7A8A-4903-9A75-91BD97AC2A5E}"/>
              </a:ext>
            </a:extLst>
          </p:cNvPr>
          <p:cNvSpPr txBox="1"/>
          <p:nvPr userDrawn="1"/>
        </p:nvSpPr>
        <p:spPr>
          <a:xfrm>
            <a:off x="8465702" y="0"/>
            <a:ext cx="678298" cy="262344"/>
          </a:xfrm>
          <a:prstGeom prst="rect">
            <a:avLst/>
          </a:prstGeom>
          <a:noFill/>
        </p:spPr>
        <p:txBody>
          <a:bodyPr vert="horz" wrap="square" lIns="0" tIns="0" rIns="0" bIns="0" rtlCol="0" anchor="ctr" anchorCtr="1">
            <a:spAutoFit/>
          </a:bodyPr>
          <a:lstStyle/>
          <a:p>
            <a:pPr algn="r">
              <a:spcBef>
                <a:spcPts val="0"/>
              </a:spcBef>
              <a:spcAft>
                <a:spcPct val="0"/>
              </a:spcAft>
            </a:pPr>
            <a:r>
              <a:rPr lang="en-IN" sz="1000">
                <a:solidFill>
                  <a:srgbClr val="000000"/>
                </a:solidFill>
                <a:latin typeface="Calibri" panose="020F0502020204030204" pitchFamily="34" charset="0"/>
              </a:rPr>
              <a:t>Internal</a:t>
            </a:r>
            <a:endParaRPr lang="en-IN" sz="1000" dirty="0" err="1">
              <a:solidFill>
                <a:srgbClr val="000000"/>
              </a:solidFill>
              <a:latin typeface="Calibri" panose="020F0502020204030204" pitchFamily="34" charset="0"/>
            </a:endParaRPr>
          </a:p>
        </p:txBody>
      </p:sp>
    </p:spTree>
    <p:extLst>
      <p:ext uri="{BB962C8B-B14F-4D97-AF65-F5344CB8AC3E}">
        <p14:creationId xmlns:p14="http://schemas.microsoft.com/office/powerpoint/2010/main" val="1162407556"/>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Lst>
  <p:transition spd="med"/>
  <p:hf sldNum="0" hdr="0" ftr="0" dt="0"/>
  <p:txStyles>
    <p:titleStyle>
      <a:lvl1pPr algn="l" rtl="0" eaLnBrk="1" fontAlgn="base" hangingPunct="1">
        <a:lnSpc>
          <a:spcPts val="2400"/>
        </a:lnSpc>
        <a:spcBef>
          <a:spcPct val="0"/>
        </a:spcBef>
        <a:spcAft>
          <a:spcPct val="0"/>
        </a:spcAft>
        <a:defRPr sz="2200" baseline="0">
          <a:solidFill>
            <a:schemeClr val="tx1"/>
          </a:solidFill>
          <a:latin typeface="Arial" pitchFamily="34" charset="0"/>
          <a:ea typeface="+mj-ea"/>
          <a:cs typeface="Arial" pitchFamily="34" charset="0"/>
        </a:defRPr>
      </a:lvl1pPr>
      <a:lvl2pPr algn="l" rtl="0" eaLnBrk="1" fontAlgn="base" hangingPunct="1">
        <a:lnSpc>
          <a:spcPts val="2799"/>
        </a:lnSpc>
        <a:spcBef>
          <a:spcPct val="0"/>
        </a:spcBef>
        <a:spcAft>
          <a:spcPct val="0"/>
        </a:spcAft>
        <a:defRPr sz="2600">
          <a:solidFill>
            <a:schemeClr val="tx1"/>
          </a:solidFill>
          <a:latin typeface="Arial" charset="0"/>
        </a:defRPr>
      </a:lvl2pPr>
      <a:lvl3pPr algn="l" rtl="0" eaLnBrk="1" fontAlgn="base" hangingPunct="1">
        <a:lnSpc>
          <a:spcPts val="2799"/>
        </a:lnSpc>
        <a:spcBef>
          <a:spcPct val="0"/>
        </a:spcBef>
        <a:spcAft>
          <a:spcPct val="0"/>
        </a:spcAft>
        <a:defRPr sz="2600">
          <a:solidFill>
            <a:schemeClr val="tx1"/>
          </a:solidFill>
          <a:latin typeface="Arial" charset="0"/>
        </a:defRPr>
      </a:lvl3pPr>
      <a:lvl4pPr algn="l" rtl="0" eaLnBrk="1" fontAlgn="base" hangingPunct="1">
        <a:lnSpc>
          <a:spcPts val="2799"/>
        </a:lnSpc>
        <a:spcBef>
          <a:spcPct val="0"/>
        </a:spcBef>
        <a:spcAft>
          <a:spcPct val="0"/>
        </a:spcAft>
        <a:defRPr sz="2600">
          <a:solidFill>
            <a:schemeClr val="tx1"/>
          </a:solidFill>
          <a:latin typeface="Arial" charset="0"/>
        </a:defRPr>
      </a:lvl4pPr>
      <a:lvl5pPr algn="l" rtl="0" eaLnBrk="1" fontAlgn="base" hangingPunct="1">
        <a:lnSpc>
          <a:spcPts val="2799"/>
        </a:lnSpc>
        <a:spcBef>
          <a:spcPct val="0"/>
        </a:spcBef>
        <a:spcAft>
          <a:spcPct val="0"/>
        </a:spcAft>
        <a:defRPr sz="2600">
          <a:solidFill>
            <a:schemeClr val="tx1"/>
          </a:solidFill>
          <a:latin typeface="Arial" charset="0"/>
        </a:defRPr>
      </a:lvl5pPr>
      <a:lvl6pPr marL="457148" algn="l" rtl="0" eaLnBrk="1" fontAlgn="base" hangingPunct="1">
        <a:lnSpc>
          <a:spcPts val="2799"/>
        </a:lnSpc>
        <a:spcBef>
          <a:spcPct val="0"/>
        </a:spcBef>
        <a:spcAft>
          <a:spcPct val="0"/>
        </a:spcAft>
        <a:defRPr sz="2600">
          <a:solidFill>
            <a:schemeClr val="tx1"/>
          </a:solidFill>
          <a:latin typeface="Arial" charset="0"/>
        </a:defRPr>
      </a:lvl6pPr>
      <a:lvl7pPr marL="914296" algn="l" rtl="0" eaLnBrk="1" fontAlgn="base" hangingPunct="1">
        <a:lnSpc>
          <a:spcPts val="2799"/>
        </a:lnSpc>
        <a:spcBef>
          <a:spcPct val="0"/>
        </a:spcBef>
        <a:spcAft>
          <a:spcPct val="0"/>
        </a:spcAft>
        <a:defRPr sz="2600">
          <a:solidFill>
            <a:schemeClr val="tx1"/>
          </a:solidFill>
          <a:latin typeface="Arial" charset="0"/>
        </a:defRPr>
      </a:lvl7pPr>
      <a:lvl8pPr marL="1371444" algn="l" rtl="0" eaLnBrk="1" fontAlgn="base" hangingPunct="1">
        <a:lnSpc>
          <a:spcPts val="2799"/>
        </a:lnSpc>
        <a:spcBef>
          <a:spcPct val="0"/>
        </a:spcBef>
        <a:spcAft>
          <a:spcPct val="0"/>
        </a:spcAft>
        <a:defRPr sz="2600">
          <a:solidFill>
            <a:schemeClr val="tx1"/>
          </a:solidFill>
          <a:latin typeface="Arial" charset="0"/>
        </a:defRPr>
      </a:lvl8pPr>
      <a:lvl9pPr marL="1828592" algn="l" rtl="0" eaLnBrk="1" fontAlgn="base" hangingPunct="1">
        <a:lnSpc>
          <a:spcPts val="2799"/>
        </a:lnSpc>
        <a:spcBef>
          <a:spcPct val="0"/>
        </a:spcBef>
        <a:spcAft>
          <a:spcPct val="0"/>
        </a:spcAft>
        <a:defRPr sz="2600">
          <a:solidFill>
            <a:schemeClr val="tx1"/>
          </a:solidFill>
          <a:latin typeface="Arial" charset="0"/>
        </a:defRPr>
      </a:lvl9pPr>
    </p:titleStyle>
    <p:bodyStyle>
      <a:lvl1pPr algn="l" rtl="0" eaLnBrk="1" fontAlgn="base" hangingPunct="1">
        <a:lnSpc>
          <a:spcPct val="100000"/>
        </a:lnSpc>
        <a:spcBef>
          <a:spcPts val="800"/>
        </a:spcBef>
        <a:spcAft>
          <a:spcPct val="0"/>
        </a:spcAft>
        <a:buClr>
          <a:srgbClr val="4367C5"/>
        </a:buClr>
        <a:buFont typeface="Wingdings" pitchFamily="2" charset="2"/>
        <a:defRPr sz="1400">
          <a:solidFill>
            <a:schemeClr val="tx1"/>
          </a:solidFill>
          <a:latin typeface="Arial" pitchFamily="34" charset="0"/>
          <a:ea typeface="+mn-ea"/>
          <a:cs typeface="Arial" pitchFamily="34" charset="0"/>
        </a:defRPr>
      </a:lvl1pPr>
      <a:lvl2pPr marL="215976" indent="-215976" algn="l" rtl="0" eaLnBrk="1" fontAlgn="base" hangingPunct="1">
        <a:lnSpc>
          <a:spcPct val="100000"/>
        </a:lnSpc>
        <a:spcBef>
          <a:spcPts val="840"/>
        </a:spcBef>
        <a:spcAft>
          <a:spcPct val="0"/>
        </a:spcAft>
        <a:buClr>
          <a:schemeClr val="tx2"/>
        </a:buClr>
        <a:buSzPct val="85000"/>
        <a:buFont typeface="Wingdings" pitchFamily="2" charset="2"/>
        <a:buChar char="n"/>
        <a:defRPr sz="1400">
          <a:solidFill>
            <a:schemeClr val="tx1"/>
          </a:solidFill>
          <a:latin typeface="Arial" pitchFamily="34" charset="0"/>
          <a:cs typeface="Arial" pitchFamily="34" charset="0"/>
        </a:defRPr>
      </a:lvl2pPr>
      <a:lvl3pPr marL="431951" indent="-215976" algn="l" rtl="0" eaLnBrk="1" fontAlgn="base" hangingPunct="1">
        <a:lnSpc>
          <a:spcPct val="100000"/>
        </a:lnSpc>
        <a:spcBef>
          <a:spcPts val="800"/>
        </a:spcBef>
        <a:spcAft>
          <a:spcPct val="0"/>
        </a:spcAft>
        <a:buClr>
          <a:schemeClr val="tx2"/>
        </a:buClr>
        <a:buSzPct val="100000"/>
        <a:buFont typeface="Arial" pitchFamily="34" charset="0"/>
        <a:buChar char="–"/>
        <a:defRPr sz="1400">
          <a:solidFill>
            <a:schemeClr val="tx1"/>
          </a:solidFill>
          <a:latin typeface="Arial" pitchFamily="34" charset="0"/>
          <a:cs typeface="Arial" pitchFamily="34" charset="0"/>
        </a:defRPr>
      </a:lvl3pPr>
      <a:lvl4pPr marL="648000" indent="-216000" algn="l" rtl="0" eaLnBrk="1" fontAlgn="base" hangingPunct="1">
        <a:lnSpc>
          <a:spcPct val="100000"/>
        </a:lnSpc>
        <a:spcBef>
          <a:spcPts val="800"/>
        </a:spcBef>
        <a:spcAft>
          <a:spcPct val="0"/>
        </a:spcAft>
        <a:buClr>
          <a:schemeClr val="tx2"/>
        </a:buClr>
        <a:buSzPct val="100000"/>
        <a:buFont typeface="Arial" pitchFamily="34" charset="0"/>
        <a:buChar char="–"/>
        <a:defRPr sz="1400">
          <a:solidFill>
            <a:schemeClr val="tx1"/>
          </a:solidFill>
          <a:latin typeface="Arial" pitchFamily="34" charset="0"/>
          <a:cs typeface="Arial" pitchFamily="34" charset="0"/>
        </a:defRPr>
      </a:lvl4pPr>
      <a:lvl5pPr marL="864000" indent="-216000" algn="l" rtl="0" eaLnBrk="1" fontAlgn="base" hangingPunct="1">
        <a:lnSpc>
          <a:spcPct val="100000"/>
        </a:lnSpc>
        <a:spcBef>
          <a:spcPts val="800"/>
        </a:spcBef>
        <a:spcAft>
          <a:spcPct val="0"/>
        </a:spcAft>
        <a:buClr>
          <a:schemeClr val="tx2"/>
        </a:buClr>
        <a:buFont typeface="Arial" pitchFamily="34" charset="0"/>
        <a:buChar char="–"/>
        <a:defRPr sz="1400">
          <a:solidFill>
            <a:schemeClr val="tx1"/>
          </a:solidFill>
          <a:latin typeface="Arial" pitchFamily="34" charset="0"/>
          <a:cs typeface="Arial" pitchFamily="34" charset="0"/>
        </a:defRPr>
      </a:lvl5pPr>
      <a:lvl6pPr marL="1609542"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6pPr>
      <a:lvl7pPr marL="2066690"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7pPr>
      <a:lvl8pPr marL="2523838"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8pPr>
      <a:lvl9pPr marL="2980986"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9pPr>
    </p:bodyStyle>
    <p:otherStyle>
      <a:defPPr>
        <a:defRPr lang="de-DE"/>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Mold_(manufacturing)" TargetMode="External"/><Relationship Id="rId2" Type="http://schemas.openxmlformats.org/officeDocument/2006/relationships/hyperlink" Target="http://en.wikipedia.org/wiki/Manufacturing" TargetMode="External"/><Relationship Id="rId1" Type="http://schemas.openxmlformats.org/officeDocument/2006/relationships/slideLayout" Target="../slideLayouts/slideLayout1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hyperlink" Target="../../../C%20Supply%20Chain/Castings/Q-forms/FM77.7.1-e%20E%20.pdf" TargetMode="Externa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box"/>
          <p:cNvSpPr>
            <a:spLocks noGrp="1"/>
          </p:cNvSpPr>
          <p:nvPr>
            <p:ph type="ctrTitle"/>
          </p:nvPr>
        </p:nvSpPr>
        <p:spPr>
          <a:xfrm>
            <a:off x="416638" y="563650"/>
            <a:ext cx="7739061" cy="589901"/>
          </a:xfrm>
        </p:spPr>
        <p:txBody>
          <a:bodyPr/>
          <a:lstStyle/>
          <a:p>
            <a:r>
              <a:rPr lang="de-DE" dirty="0"/>
              <a:t>Fundamentals of Casting Process</a:t>
            </a:r>
          </a:p>
        </p:txBody>
      </p:sp>
      <p:sp>
        <p:nvSpPr>
          <p:cNvPr id="4" name="Untertitel 3" hidden="1"/>
          <p:cNvSpPr>
            <a:spLocks noGrp="1"/>
          </p:cNvSpPr>
          <p:nvPr>
            <p:ph type="subTitle" idx="1"/>
          </p:nvPr>
        </p:nvSpPr>
        <p:spPr/>
        <p:txBody>
          <a:bodyPr/>
          <a:lstStyle/>
          <a:p>
            <a:endParaRPr lang="de-DE"/>
          </a:p>
        </p:txBody>
      </p:sp>
      <p:pic>
        <p:nvPicPr>
          <p:cNvPr id="7" name="Picture 6">
            <a:extLst>
              <a:ext uri="{FF2B5EF4-FFF2-40B4-BE49-F238E27FC236}">
                <a16:creationId xmlns:a16="http://schemas.microsoft.com/office/drawing/2014/main" id="{802FE311-715A-4B18-B120-D67CF94D4B76}"/>
              </a:ext>
            </a:extLst>
          </p:cNvPr>
          <p:cNvPicPr>
            <a:picLocks noChangeAspect="1"/>
          </p:cNvPicPr>
          <p:nvPr/>
        </p:nvPicPr>
        <p:blipFill>
          <a:blip r:embed="rId3"/>
          <a:stretch>
            <a:fillRect/>
          </a:stretch>
        </p:blipFill>
        <p:spPr>
          <a:xfrm>
            <a:off x="288388" y="1374049"/>
            <a:ext cx="8088923" cy="3578904"/>
          </a:xfrm>
          <a:prstGeom prst="rect">
            <a:avLst/>
          </a:prstGeom>
        </p:spPr>
      </p:pic>
    </p:spTree>
    <p:extLst>
      <p:ext uri="{BB962C8B-B14F-4D97-AF65-F5344CB8AC3E}">
        <p14:creationId xmlns:p14="http://schemas.microsoft.com/office/powerpoint/2010/main" val="343969199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el 1"/>
          <p:cNvSpPr>
            <a:spLocks noGrp="1"/>
          </p:cNvSpPr>
          <p:nvPr>
            <p:ph type="title"/>
          </p:nvPr>
        </p:nvSpPr>
        <p:spPr>
          <a:xfrm>
            <a:off x="360363" y="144463"/>
            <a:ext cx="7380287" cy="593725"/>
          </a:xfrm>
        </p:spPr>
        <p:txBody>
          <a:bodyPr/>
          <a:lstStyle/>
          <a:p>
            <a:r>
              <a:rPr lang="en-US" altLang="en-US" b="1" u="sng" dirty="0">
                <a:latin typeface="Arial" charset="0"/>
                <a:cs typeface="Arial" charset="0"/>
              </a:rPr>
              <a:t>About Myself</a:t>
            </a:r>
          </a:p>
        </p:txBody>
      </p:sp>
      <p:sp>
        <p:nvSpPr>
          <p:cNvPr id="18" name="Text Box 47"/>
          <p:cNvSpPr txBox="1">
            <a:spLocks noChangeArrowheads="1"/>
          </p:cNvSpPr>
          <p:nvPr/>
        </p:nvSpPr>
        <p:spPr bwMode="auto">
          <a:xfrm>
            <a:off x="2651760" y="300374"/>
            <a:ext cx="6020622"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800"/>
              </a:spcBef>
              <a:buClr>
                <a:srgbClr val="4367C5"/>
              </a:buClr>
              <a:buFont typeface="Wingdings" pitchFamily="2" charset="2"/>
              <a:defRPr sz="1400">
                <a:solidFill>
                  <a:schemeClr val="tx1"/>
                </a:solidFill>
                <a:latin typeface="Arial" charset="0"/>
                <a:cs typeface="Arial" charset="0"/>
              </a:defRPr>
            </a:lvl1pPr>
            <a:lvl2pPr marL="742950" indent="-285750" eaLnBrk="0" hangingPunct="0">
              <a:spcBef>
                <a:spcPts val="838"/>
              </a:spcBef>
              <a:buClr>
                <a:schemeClr val="tx2"/>
              </a:buClr>
              <a:buSzPct val="85000"/>
              <a:buFont typeface="Wingdings" pitchFamily="2" charset="2"/>
              <a:buChar char="n"/>
              <a:defRPr sz="1400">
                <a:solidFill>
                  <a:schemeClr val="tx1"/>
                </a:solidFill>
                <a:latin typeface="Arial" charset="0"/>
                <a:cs typeface="Arial" charset="0"/>
              </a:defRPr>
            </a:lvl2pPr>
            <a:lvl3pPr marL="1143000" indent="-228600" eaLnBrk="0" hangingPunct="0">
              <a:spcBef>
                <a:spcPts val="800"/>
              </a:spcBef>
              <a:buClr>
                <a:schemeClr val="tx2"/>
              </a:buClr>
              <a:buSzPct val="100000"/>
              <a:buFont typeface="Arial" charset="0"/>
              <a:buChar char="–"/>
              <a:defRPr sz="1400">
                <a:solidFill>
                  <a:schemeClr val="tx1"/>
                </a:solidFill>
                <a:latin typeface="Arial" charset="0"/>
                <a:cs typeface="Arial" charset="0"/>
              </a:defRPr>
            </a:lvl3pPr>
            <a:lvl4pPr marL="1600200" indent="-228600" eaLnBrk="0" hangingPunct="0">
              <a:spcBef>
                <a:spcPts val="800"/>
              </a:spcBef>
              <a:buClr>
                <a:schemeClr val="tx2"/>
              </a:buClr>
              <a:buSzPct val="100000"/>
              <a:buFont typeface="Arial" charset="0"/>
              <a:buChar char="–"/>
              <a:defRPr sz="1400">
                <a:solidFill>
                  <a:schemeClr val="tx1"/>
                </a:solidFill>
                <a:latin typeface="Arial" charset="0"/>
                <a:cs typeface="Arial" charset="0"/>
              </a:defRPr>
            </a:lvl4pPr>
            <a:lvl5pPr marL="2057400" indent="-228600" eaLnBrk="0" hangingPunct="0">
              <a:spcBef>
                <a:spcPts val="800"/>
              </a:spcBef>
              <a:buClr>
                <a:schemeClr val="tx2"/>
              </a:buClr>
              <a:buFont typeface="Arial" charset="0"/>
              <a:buChar char="–"/>
              <a:defRPr sz="1400">
                <a:solidFill>
                  <a:schemeClr val="tx1"/>
                </a:solidFill>
                <a:latin typeface="Arial" charset="0"/>
                <a:cs typeface="Arial" charset="0"/>
              </a:defRPr>
            </a:lvl5pPr>
            <a:lvl6pPr marL="2514600" indent="-228600" eaLnBrk="0" fontAlgn="base" hangingPunct="0">
              <a:spcBef>
                <a:spcPts val="800"/>
              </a:spcBef>
              <a:spcAft>
                <a:spcPct val="0"/>
              </a:spcAft>
              <a:buClr>
                <a:schemeClr val="tx2"/>
              </a:buClr>
              <a:buFont typeface="Arial" charset="0"/>
              <a:buChar char="–"/>
              <a:defRPr sz="1400">
                <a:solidFill>
                  <a:schemeClr val="tx1"/>
                </a:solidFill>
                <a:latin typeface="Arial" charset="0"/>
                <a:cs typeface="Arial" charset="0"/>
              </a:defRPr>
            </a:lvl6pPr>
            <a:lvl7pPr marL="2971800" indent="-228600" eaLnBrk="0" fontAlgn="base" hangingPunct="0">
              <a:spcBef>
                <a:spcPts val="800"/>
              </a:spcBef>
              <a:spcAft>
                <a:spcPct val="0"/>
              </a:spcAft>
              <a:buClr>
                <a:schemeClr val="tx2"/>
              </a:buClr>
              <a:buFont typeface="Arial" charset="0"/>
              <a:buChar char="–"/>
              <a:defRPr sz="1400">
                <a:solidFill>
                  <a:schemeClr val="tx1"/>
                </a:solidFill>
                <a:latin typeface="Arial" charset="0"/>
                <a:cs typeface="Arial" charset="0"/>
              </a:defRPr>
            </a:lvl7pPr>
            <a:lvl8pPr marL="3429000" indent="-228600" eaLnBrk="0" fontAlgn="base" hangingPunct="0">
              <a:spcBef>
                <a:spcPts val="800"/>
              </a:spcBef>
              <a:spcAft>
                <a:spcPct val="0"/>
              </a:spcAft>
              <a:buClr>
                <a:schemeClr val="tx2"/>
              </a:buClr>
              <a:buFont typeface="Arial" charset="0"/>
              <a:buChar char="–"/>
              <a:defRPr sz="1400">
                <a:solidFill>
                  <a:schemeClr val="tx1"/>
                </a:solidFill>
                <a:latin typeface="Arial" charset="0"/>
                <a:cs typeface="Arial" charset="0"/>
              </a:defRPr>
            </a:lvl8pPr>
            <a:lvl9pPr marL="3886200" indent="-228600" eaLnBrk="0" fontAlgn="base" hangingPunct="0">
              <a:spcBef>
                <a:spcPts val="800"/>
              </a:spcBef>
              <a:spcAft>
                <a:spcPct val="0"/>
              </a:spcAft>
              <a:buClr>
                <a:schemeClr val="tx2"/>
              </a:buClr>
              <a:buFont typeface="Arial" charset="0"/>
              <a:buChar char="–"/>
              <a:defRPr sz="1400">
                <a:solidFill>
                  <a:schemeClr val="tx1"/>
                </a:solidFill>
                <a:latin typeface="Arial" charset="0"/>
                <a:cs typeface="Arial" charset="0"/>
              </a:defRPr>
            </a:lvl9pPr>
          </a:lstStyle>
          <a:p>
            <a:pPr eaLnBrk="1" hangingPunct="1">
              <a:spcBef>
                <a:spcPct val="0"/>
              </a:spcBef>
              <a:buClrTx/>
              <a:buFontTx/>
              <a:buNone/>
            </a:pPr>
            <a:r>
              <a:rPr lang="en-US" altLang="en-US" sz="2000" b="1" dirty="0">
                <a:solidFill>
                  <a:srgbClr val="1E08C2"/>
                </a:solidFill>
                <a:ea typeface="MS PGothic" pitchFamily="34" charset="-128"/>
              </a:rPr>
              <a:t>SHREEDHAR S BAPAT</a:t>
            </a:r>
          </a:p>
          <a:p>
            <a:pPr eaLnBrk="1" hangingPunct="1">
              <a:spcBef>
                <a:spcPct val="0"/>
              </a:spcBef>
              <a:buClrTx/>
              <a:buFontTx/>
              <a:buNone/>
            </a:pPr>
            <a:r>
              <a:rPr lang="en-US" altLang="en-US" sz="2000" b="1" dirty="0">
                <a:solidFill>
                  <a:srgbClr val="1E08C2"/>
                </a:solidFill>
                <a:ea typeface="MS PGothic" pitchFamily="34" charset="-128"/>
              </a:rPr>
              <a:t>Sr. Dy GM – SQE  Casting</a:t>
            </a:r>
          </a:p>
          <a:p>
            <a:pPr eaLnBrk="1" hangingPunct="1">
              <a:spcBef>
                <a:spcPct val="0"/>
              </a:spcBef>
              <a:buClrTx/>
              <a:buFontTx/>
              <a:buNone/>
            </a:pPr>
            <a:r>
              <a:rPr lang="en-US" altLang="en-US" sz="2000" b="1" dirty="0">
                <a:solidFill>
                  <a:srgbClr val="000000"/>
                </a:solidFill>
                <a:ea typeface="MS PGothic" pitchFamily="34" charset="-128"/>
              </a:rPr>
              <a:t>ZFWPC</a:t>
            </a:r>
            <a:r>
              <a:rPr lang="en-US" altLang="en-US" sz="2000" dirty="0">
                <a:solidFill>
                  <a:srgbClr val="000000"/>
                </a:solidFill>
                <a:ea typeface="MS PGothic" pitchFamily="34" charset="-128"/>
              </a:rPr>
              <a:t> : Since April  2007 </a:t>
            </a:r>
          </a:p>
          <a:p>
            <a:pPr eaLnBrk="1" hangingPunct="1">
              <a:spcBef>
                <a:spcPct val="0"/>
              </a:spcBef>
              <a:buClrTx/>
              <a:buFontTx/>
              <a:buNone/>
            </a:pPr>
            <a:r>
              <a:rPr lang="en-US" altLang="en-US" sz="2000" b="1" dirty="0">
                <a:solidFill>
                  <a:srgbClr val="000000"/>
                </a:solidFill>
                <a:ea typeface="MS PGothic" pitchFamily="34" charset="-128"/>
              </a:rPr>
              <a:t>Educational Qualification : </a:t>
            </a:r>
          </a:p>
          <a:p>
            <a:pPr eaLnBrk="1" hangingPunct="1">
              <a:spcBef>
                <a:spcPct val="0"/>
              </a:spcBef>
              <a:buClrTx/>
              <a:buFontTx/>
              <a:buNone/>
            </a:pPr>
            <a:r>
              <a:rPr lang="en-US" altLang="en-US" sz="2000" b="1" dirty="0">
                <a:solidFill>
                  <a:srgbClr val="000000"/>
                </a:solidFill>
                <a:ea typeface="MS PGothic" pitchFamily="34" charset="-128"/>
              </a:rPr>
              <a:t>   Diploma Metallurgy,  </a:t>
            </a:r>
          </a:p>
          <a:p>
            <a:pPr eaLnBrk="1" hangingPunct="1">
              <a:spcBef>
                <a:spcPct val="0"/>
              </a:spcBef>
              <a:buClrTx/>
              <a:buFontTx/>
              <a:buNone/>
            </a:pPr>
            <a:r>
              <a:rPr lang="en-US" altLang="en-US" sz="2000" b="1" dirty="0">
                <a:solidFill>
                  <a:srgbClr val="000000"/>
                </a:solidFill>
                <a:ea typeface="MS PGothic" pitchFamily="34" charset="-128"/>
              </a:rPr>
              <a:t>       BE Industrial Engineering,  </a:t>
            </a:r>
          </a:p>
          <a:p>
            <a:pPr eaLnBrk="1" hangingPunct="1">
              <a:spcBef>
                <a:spcPct val="0"/>
              </a:spcBef>
              <a:buClrTx/>
              <a:buFontTx/>
              <a:buNone/>
            </a:pPr>
            <a:r>
              <a:rPr lang="en-US" altLang="en-US" sz="2000" b="1" dirty="0">
                <a:solidFill>
                  <a:srgbClr val="000000"/>
                </a:solidFill>
                <a:ea typeface="MS PGothic" pitchFamily="34" charset="-128"/>
              </a:rPr>
              <a:t>          PGDMM ( Materials Management).</a:t>
            </a:r>
          </a:p>
          <a:p>
            <a:pPr eaLnBrk="1" hangingPunct="1">
              <a:spcBef>
                <a:spcPct val="0"/>
              </a:spcBef>
              <a:buClrTx/>
              <a:buFontTx/>
              <a:buNone/>
            </a:pPr>
            <a:r>
              <a:rPr lang="en-US" altLang="en-US" sz="2000" b="1" dirty="0">
                <a:solidFill>
                  <a:srgbClr val="000000"/>
                </a:solidFill>
                <a:ea typeface="MS PGothic" pitchFamily="34" charset="-128"/>
              </a:rPr>
              <a:t>Experience </a:t>
            </a:r>
            <a:r>
              <a:rPr lang="en-US" altLang="en-US" sz="2000" dirty="0">
                <a:solidFill>
                  <a:srgbClr val="000000"/>
                </a:solidFill>
                <a:ea typeface="MS PGothic" pitchFamily="34" charset="-128"/>
              </a:rPr>
              <a:t>:41+ years working with Casting commodity. ( Foundries, Caterpillar, ZF)</a:t>
            </a:r>
          </a:p>
          <a:p>
            <a:pPr eaLnBrk="1" hangingPunct="1">
              <a:spcBef>
                <a:spcPct val="0"/>
              </a:spcBef>
              <a:buClrTx/>
              <a:buFontTx/>
              <a:buNone/>
            </a:pPr>
            <a:endParaRPr lang="en-US" altLang="en-US" sz="2000" dirty="0">
              <a:solidFill>
                <a:srgbClr val="000000"/>
              </a:solidFill>
              <a:ea typeface="MS PGothic" pitchFamily="34" charset="-128"/>
            </a:endParaRPr>
          </a:p>
        </p:txBody>
      </p:sp>
      <p:sp>
        <p:nvSpPr>
          <p:cNvPr id="2" name="Rounded Rectangle 1"/>
          <p:cNvSpPr/>
          <p:nvPr/>
        </p:nvSpPr>
        <p:spPr>
          <a:xfrm>
            <a:off x="1752600" y="3962400"/>
            <a:ext cx="1803400" cy="522291"/>
          </a:xfrm>
          <a:prstGeom prst="roundRect">
            <a:avLst/>
          </a:prstGeom>
          <a:ln/>
        </p:spPr>
        <p:style>
          <a:lnRef idx="1">
            <a:schemeClr val="accent4"/>
          </a:lnRef>
          <a:fillRef idx="2">
            <a:schemeClr val="accent4"/>
          </a:fillRef>
          <a:effectRef idx="1">
            <a:schemeClr val="accent4"/>
          </a:effectRef>
          <a:fontRef idx="minor">
            <a:schemeClr val="dk1"/>
          </a:fontRef>
        </p:style>
        <p:txBody>
          <a:bodyPr lIns="90000" tIns="90000" rIns="90000" bIns="90000" anchor="ctr"/>
          <a:lstStyle/>
          <a:p>
            <a:pPr algn="ctr">
              <a:lnSpc>
                <a:spcPts val="1700"/>
              </a:lnSpc>
              <a:spcBef>
                <a:spcPts val="840"/>
              </a:spcBef>
            </a:pPr>
            <a:r>
              <a:rPr lang="en-US" sz="900" b="1" dirty="0">
                <a:solidFill>
                  <a:srgbClr val="000000"/>
                </a:solidFill>
                <a:cs typeface="Arial" pitchFamily="34" charset="0"/>
              </a:rPr>
              <a:t>Machining Process</a:t>
            </a:r>
          </a:p>
        </p:txBody>
      </p:sp>
      <p:sp>
        <p:nvSpPr>
          <p:cNvPr id="8" name="Rounded Rectangle 7"/>
          <p:cNvSpPr/>
          <p:nvPr/>
        </p:nvSpPr>
        <p:spPr>
          <a:xfrm>
            <a:off x="5791095" y="3962400"/>
            <a:ext cx="829192" cy="522291"/>
          </a:xfrm>
          <a:prstGeom prst="roundRect">
            <a:avLst/>
          </a:prstGeom>
          <a:ln/>
        </p:spPr>
        <p:style>
          <a:lnRef idx="1">
            <a:schemeClr val="accent4"/>
          </a:lnRef>
          <a:fillRef idx="2">
            <a:schemeClr val="accent4"/>
          </a:fillRef>
          <a:effectRef idx="1">
            <a:schemeClr val="accent4"/>
          </a:effectRef>
          <a:fontRef idx="minor">
            <a:schemeClr val="dk1"/>
          </a:fontRef>
        </p:style>
        <p:txBody>
          <a:bodyPr lIns="90000" tIns="90000" rIns="90000" bIns="90000" anchor="ctr"/>
          <a:lstStyle/>
          <a:p>
            <a:pPr algn="ctr">
              <a:lnSpc>
                <a:spcPts val="1700"/>
              </a:lnSpc>
              <a:spcBef>
                <a:spcPts val="840"/>
              </a:spcBef>
            </a:pPr>
            <a:r>
              <a:rPr lang="en-US" sz="900" b="1" dirty="0">
                <a:solidFill>
                  <a:srgbClr val="000000"/>
                </a:solidFill>
                <a:cs typeface="Arial" pitchFamily="34" charset="0"/>
              </a:rPr>
              <a:t>GD04/07</a:t>
            </a:r>
          </a:p>
        </p:txBody>
      </p:sp>
      <p:sp>
        <p:nvSpPr>
          <p:cNvPr id="9" name="Rounded Rectangle 8"/>
          <p:cNvSpPr/>
          <p:nvPr/>
        </p:nvSpPr>
        <p:spPr>
          <a:xfrm>
            <a:off x="4548371" y="3962400"/>
            <a:ext cx="1140584" cy="522291"/>
          </a:xfrm>
          <a:prstGeom prst="roundRect">
            <a:avLst/>
          </a:prstGeom>
          <a:ln/>
        </p:spPr>
        <p:style>
          <a:lnRef idx="1">
            <a:schemeClr val="accent4"/>
          </a:lnRef>
          <a:fillRef idx="2">
            <a:schemeClr val="accent4"/>
          </a:fillRef>
          <a:effectRef idx="1">
            <a:schemeClr val="accent4"/>
          </a:effectRef>
          <a:fontRef idx="minor">
            <a:schemeClr val="dk1"/>
          </a:fontRef>
        </p:style>
        <p:txBody>
          <a:bodyPr lIns="90000" tIns="90000" rIns="90000" bIns="90000" anchor="ctr"/>
          <a:lstStyle/>
          <a:p>
            <a:pPr algn="ctr">
              <a:lnSpc>
                <a:spcPts val="1700"/>
              </a:lnSpc>
              <a:spcBef>
                <a:spcPts val="840"/>
              </a:spcBef>
            </a:pPr>
            <a:r>
              <a:rPr lang="en-US" sz="900" b="1" dirty="0">
                <a:solidFill>
                  <a:srgbClr val="000000"/>
                </a:solidFill>
                <a:cs typeface="Arial" pitchFamily="34" charset="0"/>
              </a:rPr>
              <a:t>8D Problem solving </a:t>
            </a:r>
          </a:p>
        </p:txBody>
      </p:sp>
      <p:sp>
        <p:nvSpPr>
          <p:cNvPr id="10" name="Rounded Rectangle 9"/>
          <p:cNvSpPr/>
          <p:nvPr/>
        </p:nvSpPr>
        <p:spPr>
          <a:xfrm>
            <a:off x="3727135" y="3962400"/>
            <a:ext cx="745910" cy="522291"/>
          </a:xfrm>
          <a:prstGeom prst="roundRect">
            <a:avLst/>
          </a:prstGeom>
          <a:ln/>
        </p:spPr>
        <p:style>
          <a:lnRef idx="1">
            <a:schemeClr val="accent4"/>
          </a:lnRef>
          <a:fillRef idx="2">
            <a:schemeClr val="accent4"/>
          </a:fillRef>
          <a:effectRef idx="1">
            <a:schemeClr val="accent4"/>
          </a:effectRef>
          <a:fontRef idx="minor">
            <a:schemeClr val="dk1"/>
          </a:fontRef>
        </p:style>
        <p:txBody>
          <a:bodyPr lIns="90000" tIns="90000" rIns="90000" bIns="90000" anchor="ctr"/>
          <a:lstStyle/>
          <a:p>
            <a:pPr algn="ctr">
              <a:lnSpc>
                <a:spcPts val="1700"/>
              </a:lnSpc>
              <a:spcBef>
                <a:spcPts val="840"/>
              </a:spcBef>
            </a:pPr>
            <a:r>
              <a:rPr lang="en-US" sz="900" b="1" dirty="0" err="1">
                <a:solidFill>
                  <a:srgbClr val="000000"/>
                </a:solidFill>
                <a:cs typeface="Arial" pitchFamily="34" charset="0"/>
              </a:rPr>
              <a:t>APQP</a:t>
            </a:r>
            <a:endParaRPr lang="en-US" sz="900" b="1" dirty="0">
              <a:solidFill>
                <a:srgbClr val="000000"/>
              </a:solidFill>
              <a:cs typeface="Arial" pitchFamily="34" charset="0"/>
            </a:endParaRPr>
          </a:p>
        </p:txBody>
      </p:sp>
      <p:sp>
        <p:nvSpPr>
          <p:cNvPr id="11" name="Rounded Rectangle 10"/>
          <p:cNvSpPr/>
          <p:nvPr/>
        </p:nvSpPr>
        <p:spPr>
          <a:xfrm>
            <a:off x="6693558" y="3962400"/>
            <a:ext cx="829192" cy="522291"/>
          </a:xfrm>
          <a:prstGeom prst="roundRect">
            <a:avLst/>
          </a:prstGeom>
          <a:ln/>
        </p:spPr>
        <p:style>
          <a:lnRef idx="1">
            <a:schemeClr val="accent4"/>
          </a:lnRef>
          <a:fillRef idx="2">
            <a:schemeClr val="accent4"/>
          </a:fillRef>
          <a:effectRef idx="1">
            <a:schemeClr val="accent4"/>
          </a:effectRef>
          <a:fontRef idx="minor">
            <a:schemeClr val="dk1"/>
          </a:fontRef>
        </p:style>
        <p:txBody>
          <a:bodyPr lIns="90000" tIns="90000" rIns="90000" bIns="90000" anchor="ctr"/>
          <a:lstStyle/>
          <a:p>
            <a:pPr algn="ctr">
              <a:lnSpc>
                <a:spcPts val="1700"/>
              </a:lnSpc>
              <a:spcBef>
                <a:spcPts val="840"/>
              </a:spcBef>
            </a:pPr>
            <a:r>
              <a:rPr lang="en-US" sz="900" b="1" dirty="0" err="1">
                <a:solidFill>
                  <a:srgbClr val="000000"/>
                </a:solidFill>
                <a:cs typeface="Arial" pitchFamily="34" charset="0"/>
              </a:rPr>
              <a:t>QR</a:t>
            </a:r>
            <a:r>
              <a:rPr lang="en-US" sz="900" b="1" dirty="0">
                <a:solidFill>
                  <a:srgbClr val="000000"/>
                </a:solidFill>
                <a:cs typeface="Arial" pitchFamily="34" charset="0"/>
              </a:rPr>
              <a:t> 83 Basics</a:t>
            </a:r>
          </a:p>
        </p:txBody>
      </p:sp>
      <p:sp>
        <p:nvSpPr>
          <p:cNvPr id="12" name="Rounded Rectangle 11"/>
          <p:cNvSpPr/>
          <p:nvPr/>
        </p:nvSpPr>
        <p:spPr>
          <a:xfrm>
            <a:off x="7596918" y="3962400"/>
            <a:ext cx="1047549" cy="522291"/>
          </a:xfrm>
          <a:prstGeom prst="roundRect">
            <a:avLst/>
          </a:prstGeom>
          <a:ln/>
        </p:spPr>
        <p:style>
          <a:lnRef idx="1">
            <a:schemeClr val="accent4"/>
          </a:lnRef>
          <a:fillRef idx="2">
            <a:schemeClr val="accent4"/>
          </a:fillRef>
          <a:effectRef idx="1">
            <a:schemeClr val="accent4"/>
          </a:effectRef>
          <a:fontRef idx="minor">
            <a:schemeClr val="dk1"/>
          </a:fontRef>
        </p:style>
        <p:txBody>
          <a:bodyPr lIns="90000" tIns="90000" rIns="90000" bIns="90000" anchor="ctr"/>
          <a:lstStyle/>
          <a:p>
            <a:pPr algn="ctr">
              <a:lnSpc>
                <a:spcPts val="1700"/>
              </a:lnSpc>
              <a:spcBef>
                <a:spcPts val="840"/>
              </a:spcBef>
            </a:pPr>
            <a:r>
              <a:rPr lang="en-US" sz="900" b="1" dirty="0">
                <a:solidFill>
                  <a:srgbClr val="000000"/>
                </a:solidFill>
                <a:cs typeface="Arial" pitchFamily="34" charset="0"/>
              </a:rPr>
              <a:t>Negotiation Practice </a:t>
            </a:r>
          </a:p>
        </p:txBody>
      </p:sp>
      <p:sp>
        <p:nvSpPr>
          <p:cNvPr id="14" name="Rounded Rectangle 13"/>
          <p:cNvSpPr/>
          <p:nvPr/>
        </p:nvSpPr>
        <p:spPr>
          <a:xfrm>
            <a:off x="640291" y="3642745"/>
            <a:ext cx="8004175" cy="323984"/>
          </a:xfrm>
          <a:prstGeom prst="roundRect">
            <a:avLst/>
          </a:prstGeom>
          <a:ln/>
        </p:spPr>
        <p:style>
          <a:lnRef idx="1">
            <a:schemeClr val="accent4"/>
          </a:lnRef>
          <a:fillRef idx="2">
            <a:schemeClr val="accent4"/>
          </a:fillRef>
          <a:effectRef idx="1">
            <a:schemeClr val="accent4"/>
          </a:effectRef>
          <a:fontRef idx="minor">
            <a:schemeClr val="dk1"/>
          </a:fontRef>
        </p:style>
        <p:txBody>
          <a:bodyPr lIns="90000" tIns="90000" rIns="90000" bIns="90000" anchor="ctr"/>
          <a:lstStyle/>
          <a:p>
            <a:pPr algn="ctr">
              <a:lnSpc>
                <a:spcPts val="1700"/>
              </a:lnSpc>
              <a:spcBef>
                <a:spcPts val="840"/>
              </a:spcBef>
            </a:pPr>
            <a:r>
              <a:rPr lang="en-US" sz="1400" b="1" dirty="0">
                <a:solidFill>
                  <a:srgbClr val="000000"/>
                </a:solidFill>
                <a:cs typeface="Arial" pitchFamily="34" charset="0"/>
              </a:rPr>
              <a:t>Knowledge &amp; Skill Set  </a:t>
            </a:r>
          </a:p>
        </p:txBody>
      </p:sp>
      <p:sp>
        <p:nvSpPr>
          <p:cNvPr id="15" name="Rounded Rectangle 14"/>
          <p:cNvSpPr/>
          <p:nvPr/>
        </p:nvSpPr>
        <p:spPr>
          <a:xfrm>
            <a:off x="640292" y="3962400"/>
            <a:ext cx="965200" cy="522291"/>
          </a:xfrm>
          <a:prstGeom prst="roundRect">
            <a:avLst/>
          </a:prstGeom>
          <a:ln/>
        </p:spPr>
        <p:style>
          <a:lnRef idx="1">
            <a:schemeClr val="accent4"/>
          </a:lnRef>
          <a:fillRef idx="2">
            <a:schemeClr val="accent4"/>
          </a:fillRef>
          <a:effectRef idx="1">
            <a:schemeClr val="accent4"/>
          </a:effectRef>
          <a:fontRef idx="minor">
            <a:schemeClr val="dk1"/>
          </a:fontRef>
        </p:style>
        <p:txBody>
          <a:bodyPr lIns="90000" tIns="90000" rIns="90000" bIns="90000" anchor="ctr"/>
          <a:lstStyle/>
          <a:p>
            <a:pPr algn="ctr">
              <a:lnSpc>
                <a:spcPts val="1700"/>
              </a:lnSpc>
              <a:spcBef>
                <a:spcPts val="840"/>
              </a:spcBef>
            </a:pPr>
            <a:r>
              <a:rPr lang="en-US" sz="900" b="1" dirty="0">
                <a:solidFill>
                  <a:srgbClr val="000000"/>
                </a:solidFill>
                <a:cs typeface="Arial" pitchFamily="34" charset="0"/>
              </a:rPr>
              <a:t>Casting  Ferrous and </a:t>
            </a:r>
            <a:r>
              <a:rPr lang="en-US" sz="900" b="1" dirty="0" err="1">
                <a:solidFill>
                  <a:srgbClr val="000000"/>
                </a:solidFill>
                <a:cs typeface="Arial" pitchFamily="34" charset="0"/>
              </a:rPr>
              <a:t>NonFerrous</a:t>
            </a:r>
            <a:endParaRPr lang="en-US" sz="900" b="1" dirty="0">
              <a:solidFill>
                <a:srgbClr val="000000"/>
              </a:solidFill>
              <a:cs typeface="Arial" pitchFamily="34" charset="0"/>
            </a:endParaRPr>
          </a:p>
        </p:txBody>
      </p:sp>
      <p:pic>
        <p:nvPicPr>
          <p:cNvPr id="3" name="Picture 2"/>
          <p:cNvPicPr>
            <a:picLocks noChangeAspect="1" noChangeArrowheads="1"/>
          </p:cNvPicPr>
          <p:nvPr/>
        </p:nvPicPr>
        <p:blipFill>
          <a:blip cstate="print">
            <a:extLst>
              <a:ext uri="{28A0092B-C50C-407E-A947-70E740481C1C}">
                <a14:useLocalDpi xmlns:a14="http://schemas.microsoft.com/office/drawing/2010/main" val="0"/>
              </a:ext>
            </a:extLst>
          </a:blip>
          <a:srcRect/>
          <a:stretch>
            <a:fillRect/>
          </a:stretch>
        </p:blipFill>
        <p:spPr bwMode="auto">
          <a:xfrm>
            <a:off x="354893" y="752475"/>
            <a:ext cx="1852049" cy="1856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31ABF9D2-DC26-4437-B6A6-BB61760D6CBE}"/>
              </a:ext>
            </a:extLst>
          </p:cNvPr>
          <p:cNvPicPr>
            <a:picLocks noChangeAspect="1"/>
          </p:cNvPicPr>
          <p:nvPr/>
        </p:nvPicPr>
        <p:blipFill>
          <a:blip r:embed="rId3"/>
          <a:stretch>
            <a:fillRect/>
          </a:stretch>
        </p:blipFill>
        <p:spPr>
          <a:xfrm>
            <a:off x="291063" y="547657"/>
            <a:ext cx="2269257" cy="2701980"/>
          </a:xfrm>
          <a:prstGeom prst="rect">
            <a:avLst/>
          </a:prstGeom>
        </p:spPr>
      </p:pic>
    </p:spTree>
    <p:extLst>
      <p:ext uri="{BB962C8B-B14F-4D97-AF65-F5344CB8AC3E}">
        <p14:creationId xmlns:p14="http://schemas.microsoft.com/office/powerpoint/2010/main" val="390436031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362" y="144000"/>
            <a:ext cx="7380000" cy="380035"/>
          </a:xfrm>
        </p:spPr>
        <p:txBody>
          <a:bodyPr/>
          <a:lstStyle/>
          <a:p>
            <a:r>
              <a:rPr lang="en-US" dirty="0"/>
              <a:t>Dating back to Casting history</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087" y="838040"/>
            <a:ext cx="6772275" cy="981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087" y="1819115"/>
            <a:ext cx="6781800" cy="280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9627239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60362" y="86850"/>
            <a:ext cx="7380000" cy="306056"/>
          </a:xfrm>
        </p:spPr>
        <p:txBody>
          <a:bodyPr/>
          <a:lstStyle/>
          <a:p>
            <a:pPr eaLnBrk="1" hangingPunct="1">
              <a:defRPr/>
            </a:pPr>
            <a:r>
              <a:rPr lang="en-US" altLang="en-US" dirty="0"/>
              <a:t>Casting Manufacturing process </a:t>
            </a:r>
          </a:p>
        </p:txBody>
      </p:sp>
      <p:sp>
        <p:nvSpPr>
          <p:cNvPr id="32771" name="Rectangle 3"/>
          <p:cNvSpPr>
            <a:spLocks noGrp="1" noChangeArrowheads="1"/>
          </p:cNvSpPr>
          <p:nvPr>
            <p:ph type="body" idx="1"/>
          </p:nvPr>
        </p:nvSpPr>
        <p:spPr>
          <a:xfrm>
            <a:off x="360362" y="862524"/>
            <a:ext cx="8329613" cy="3839821"/>
          </a:xfrm>
        </p:spPr>
        <p:txBody>
          <a:bodyPr/>
          <a:lstStyle/>
          <a:p>
            <a:pPr eaLnBrk="1" hangingPunct="1">
              <a:lnSpc>
                <a:spcPct val="80000"/>
              </a:lnSpc>
              <a:defRPr/>
            </a:pPr>
            <a:r>
              <a:rPr lang="en-US" altLang="en-US" sz="1200" dirty="0">
                <a:hlinkClick r:id="rId2" tooltip="Manufacturing"/>
              </a:rPr>
              <a:t>Manufacturing</a:t>
            </a:r>
            <a:r>
              <a:rPr lang="en-US" altLang="en-US" sz="1200" dirty="0"/>
              <a:t> process by which a </a:t>
            </a:r>
            <a:r>
              <a:rPr lang="en-US" altLang="en-US" sz="1200" dirty="0">
                <a:solidFill>
                  <a:srgbClr val="FF0000"/>
                </a:solidFill>
              </a:rPr>
              <a:t>liquid material </a:t>
            </a:r>
            <a:r>
              <a:rPr lang="en-US" altLang="en-US" sz="1200" dirty="0"/>
              <a:t>is usually poured into a </a:t>
            </a:r>
            <a:r>
              <a:rPr lang="en-US" altLang="en-US" sz="1200" dirty="0">
                <a:solidFill>
                  <a:srgbClr val="FF0000"/>
                </a:solidFill>
                <a:hlinkClick r:id="rId3" tooltip="Mold (manufacturing)">
                  <a:extLst>
                    <a:ext uri="{A12FA001-AC4F-418D-AE19-62706E023703}">
                      <ahyp:hlinkClr xmlns:ahyp="http://schemas.microsoft.com/office/drawing/2018/hyperlinkcolor" val="tx"/>
                    </a:ext>
                  </a:extLst>
                </a:hlinkClick>
              </a:rPr>
              <a:t>mold</a:t>
            </a:r>
            <a:r>
              <a:rPr lang="en-US" altLang="en-US" sz="1200" dirty="0"/>
              <a:t>, </a:t>
            </a:r>
          </a:p>
          <a:p>
            <a:pPr eaLnBrk="1" hangingPunct="1">
              <a:lnSpc>
                <a:spcPct val="80000"/>
              </a:lnSpc>
              <a:defRPr/>
            </a:pPr>
            <a:r>
              <a:rPr lang="en-US" altLang="en-US" sz="1200" dirty="0"/>
              <a:t>which contains a </a:t>
            </a:r>
            <a:r>
              <a:rPr lang="en-US" altLang="en-US" sz="1200" dirty="0">
                <a:solidFill>
                  <a:srgbClr val="FF0000"/>
                </a:solidFill>
              </a:rPr>
              <a:t>hollow cavity </a:t>
            </a:r>
            <a:r>
              <a:rPr lang="en-US" altLang="en-US" sz="1200" dirty="0"/>
              <a:t>of the desired shape, and then allowed to </a:t>
            </a:r>
            <a:r>
              <a:rPr lang="en-US" altLang="en-US" sz="1200" dirty="0">
                <a:solidFill>
                  <a:srgbClr val="FF0000"/>
                </a:solidFill>
              </a:rPr>
              <a:t>solidify.</a:t>
            </a:r>
            <a:r>
              <a:rPr lang="en-US" altLang="en-US" sz="1200" dirty="0"/>
              <a:t> </a:t>
            </a:r>
          </a:p>
          <a:p>
            <a:pPr marL="0" indent="0" eaLnBrk="1" hangingPunct="1">
              <a:lnSpc>
                <a:spcPct val="80000"/>
              </a:lnSpc>
              <a:buFontTx/>
              <a:buNone/>
              <a:defRPr/>
            </a:pPr>
            <a:endParaRPr lang="en-US" altLang="en-US" sz="1800" dirty="0"/>
          </a:p>
          <a:p>
            <a:pPr eaLnBrk="1" hangingPunct="1">
              <a:lnSpc>
                <a:spcPct val="80000"/>
              </a:lnSpc>
              <a:defRPr/>
            </a:pPr>
            <a:r>
              <a:rPr lang="en-US" altLang="en-US" sz="1200" dirty="0"/>
              <a:t>The solidified part is ejected </a:t>
            </a:r>
          </a:p>
          <a:p>
            <a:pPr eaLnBrk="1" hangingPunct="1">
              <a:lnSpc>
                <a:spcPct val="80000"/>
              </a:lnSpc>
              <a:defRPr/>
            </a:pPr>
            <a:r>
              <a:rPr lang="en-US" altLang="en-US" sz="1200" dirty="0"/>
              <a:t>or broken out of the mold to complete </a:t>
            </a:r>
          </a:p>
          <a:p>
            <a:pPr eaLnBrk="1" hangingPunct="1">
              <a:lnSpc>
                <a:spcPct val="80000"/>
              </a:lnSpc>
              <a:defRPr/>
            </a:pPr>
            <a:r>
              <a:rPr lang="en-US" altLang="en-US" sz="1200" dirty="0"/>
              <a:t>the process. </a:t>
            </a:r>
          </a:p>
          <a:p>
            <a:pPr marL="0" indent="0" eaLnBrk="1" hangingPunct="1">
              <a:lnSpc>
                <a:spcPct val="80000"/>
              </a:lnSpc>
              <a:buFontTx/>
              <a:buNone/>
              <a:defRPr/>
            </a:pPr>
            <a:endParaRPr lang="en-US" altLang="en-US" sz="1800" dirty="0"/>
          </a:p>
          <a:p>
            <a:pPr eaLnBrk="1" hangingPunct="1">
              <a:lnSpc>
                <a:spcPct val="80000"/>
              </a:lnSpc>
              <a:defRPr/>
            </a:pPr>
            <a:r>
              <a:rPr lang="en-US" altLang="en-US" sz="1200" dirty="0"/>
              <a:t>Casting is most often used for making </a:t>
            </a:r>
          </a:p>
          <a:p>
            <a:pPr eaLnBrk="1" hangingPunct="1">
              <a:lnSpc>
                <a:spcPct val="80000"/>
              </a:lnSpc>
              <a:defRPr/>
            </a:pPr>
            <a:r>
              <a:rPr lang="en-US" altLang="en-US" sz="1200" dirty="0">
                <a:solidFill>
                  <a:srgbClr val="FF0000"/>
                </a:solidFill>
              </a:rPr>
              <a:t>complex shapes </a:t>
            </a:r>
            <a:r>
              <a:rPr lang="en-US" altLang="en-US" sz="1200" dirty="0"/>
              <a:t>that would be otherwise </a:t>
            </a:r>
          </a:p>
          <a:p>
            <a:pPr eaLnBrk="1" hangingPunct="1">
              <a:lnSpc>
                <a:spcPct val="80000"/>
              </a:lnSpc>
              <a:defRPr/>
            </a:pPr>
            <a:r>
              <a:rPr lang="en-US" altLang="en-US" sz="1200" dirty="0"/>
              <a:t>difficult or </a:t>
            </a:r>
            <a:r>
              <a:rPr lang="en-US" altLang="en-US" sz="1200" dirty="0">
                <a:solidFill>
                  <a:srgbClr val="FF0000"/>
                </a:solidFill>
              </a:rPr>
              <a:t>uneconomical</a:t>
            </a:r>
            <a:r>
              <a:rPr lang="en-US" altLang="en-US" sz="1200" dirty="0"/>
              <a:t> to make by other methods.</a:t>
            </a:r>
          </a:p>
          <a:p>
            <a:pPr eaLnBrk="1" hangingPunct="1">
              <a:lnSpc>
                <a:spcPct val="80000"/>
              </a:lnSpc>
              <a:defRPr/>
            </a:pPr>
            <a:endParaRPr lang="en-US" altLang="en-US" sz="1200" dirty="0"/>
          </a:p>
          <a:p>
            <a:pPr eaLnBrk="1" hangingPunct="1">
              <a:lnSpc>
                <a:spcPct val="80000"/>
              </a:lnSpc>
              <a:defRPr/>
            </a:pPr>
            <a:endParaRPr lang="en-US" altLang="en-US" sz="1200" dirty="0"/>
          </a:p>
          <a:p>
            <a:pPr marL="0" indent="0" eaLnBrk="1" hangingPunct="1">
              <a:lnSpc>
                <a:spcPct val="80000"/>
              </a:lnSpc>
              <a:buFontTx/>
              <a:buNone/>
              <a:defRPr/>
            </a:pPr>
            <a:endParaRPr lang="en-US" altLang="en-US" sz="1200" dirty="0"/>
          </a:p>
          <a:p>
            <a:pPr eaLnBrk="1" hangingPunct="1">
              <a:lnSpc>
                <a:spcPct val="80000"/>
              </a:lnSpc>
              <a:defRPr/>
            </a:pPr>
            <a:r>
              <a:rPr lang="en-US" altLang="en-US" sz="1200" dirty="0"/>
              <a:t>Casting is a 6000 year old process. The oldest surviving casting is a copper frog from 3200 BC.</a:t>
            </a:r>
          </a:p>
        </p:txBody>
      </p:sp>
      <p:pic>
        <p:nvPicPr>
          <p:cNvPr id="4" name="Picture 3">
            <a:extLst>
              <a:ext uri="{FF2B5EF4-FFF2-40B4-BE49-F238E27FC236}">
                <a16:creationId xmlns:a16="http://schemas.microsoft.com/office/drawing/2014/main" id="{3D01E841-003F-4D8C-B9D0-A7B65EEDC397}"/>
              </a:ext>
            </a:extLst>
          </p:cNvPr>
          <p:cNvPicPr>
            <a:picLocks noChangeAspect="1"/>
          </p:cNvPicPr>
          <p:nvPr/>
        </p:nvPicPr>
        <p:blipFill>
          <a:blip r:embed="rId4"/>
          <a:stretch>
            <a:fillRect/>
          </a:stretch>
        </p:blipFill>
        <p:spPr>
          <a:xfrm>
            <a:off x="4635305" y="1246548"/>
            <a:ext cx="4610174" cy="2888896"/>
          </a:xfrm>
          <a:prstGeom prst="rect">
            <a:avLst/>
          </a:prstGeom>
        </p:spPr>
      </p:pic>
    </p:spTree>
    <p:extLst>
      <p:ext uri="{BB962C8B-B14F-4D97-AF65-F5344CB8AC3E}">
        <p14:creationId xmlns:p14="http://schemas.microsoft.com/office/powerpoint/2010/main" val="37578062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7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77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77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77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771">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277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1"/>
          </p:nvPr>
        </p:nvSpPr>
        <p:spPr>
          <a:xfrm>
            <a:off x="1375881" y="1205929"/>
            <a:ext cx="7162800" cy="2831815"/>
          </a:xfrm>
        </p:spPr>
        <p:txBody>
          <a:bodyPr/>
          <a:lstStyle/>
          <a:p>
            <a:pPr marL="342900" indent="-342900" eaLnBrk="1" hangingPunct="1">
              <a:buFont typeface="Wingdings" panose="05000000000000000000" pitchFamily="2" charset="2"/>
              <a:buChar char="v"/>
            </a:pPr>
            <a:r>
              <a:rPr lang="en-US" altLang="en-US" sz="2000" dirty="0"/>
              <a:t>Casting Process Flow Chart</a:t>
            </a:r>
          </a:p>
          <a:p>
            <a:pPr marL="342900" indent="-342900" eaLnBrk="1" hangingPunct="1">
              <a:buFont typeface="Wingdings" panose="05000000000000000000" pitchFamily="2" charset="2"/>
              <a:buChar char="v"/>
            </a:pPr>
            <a:r>
              <a:rPr lang="en-US" altLang="en-US" sz="2000" dirty="0"/>
              <a:t>Melting Practices</a:t>
            </a:r>
          </a:p>
          <a:p>
            <a:pPr marL="342900" indent="-342900" eaLnBrk="1" hangingPunct="1">
              <a:buFont typeface="Wingdings" panose="05000000000000000000" pitchFamily="2" charset="2"/>
              <a:buChar char="v"/>
            </a:pPr>
            <a:r>
              <a:rPr lang="en-US" altLang="en-US" sz="2000" dirty="0"/>
              <a:t>Molding Practices</a:t>
            </a:r>
          </a:p>
          <a:p>
            <a:pPr marL="342900" indent="-342900" eaLnBrk="1" hangingPunct="1">
              <a:buFont typeface="Wingdings" panose="05000000000000000000" pitchFamily="2" charset="2"/>
              <a:buChar char="v"/>
            </a:pPr>
            <a:r>
              <a:rPr lang="en-US" altLang="en-US" sz="2000" dirty="0"/>
              <a:t>Design of Gating System</a:t>
            </a:r>
          </a:p>
          <a:p>
            <a:pPr marL="342900" indent="-342900" eaLnBrk="1" hangingPunct="1">
              <a:buFont typeface="Wingdings" panose="05000000000000000000" pitchFamily="2" charset="2"/>
              <a:buChar char="v"/>
            </a:pPr>
            <a:r>
              <a:rPr lang="en-US" altLang="en-US" sz="2000" dirty="0"/>
              <a:t>Inspection Methodology</a:t>
            </a:r>
          </a:p>
          <a:p>
            <a:pPr marL="342900" indent="-342900" eaLnBrk="1" hangingPunct="1">
              <a:buFont typeface="Wingdings" panose="05000000000000000000" pitchFamily="2" charset="2"/>
              <a:buChar char="v"/>
            </a:pPr>
            <a:r>
              <a:rPr lang="en-US" altLang="en-US" sz="2000" dirty="0"/>
              <a:t>Casting defects</a:t>
            </a:r>
          </a:p>
          <a:p>
            <a:pPr marL="342900" indent="-342900" eaLnBrk="1" hangingPunct="1">
              <a:buFont typeface="Wingdings" panose="05000000000000000000" pitchFamily="2" charset="2"/>
              <a:buChar char="v"/>
            </a:pPr>
            <a:r>
              <a:rPr lang="en-US" altLang="en-US" sz="2000" dirty="0"/>
              <a:t>Protection &amp; Packing Methods</a:t>
            </a:r>
          </a:p>
          <a:p>
            <a:pPr eaLnBrk="1" hangingPunct="1"/>
            <a:endParaRPr lang="en-US" altLang="en-US" dirty="0"/>
          </a:p>
        </p:txBody>
      </p:sp>
      <p:sp>
        <p:nvSpPr>
          <p:cNvPr id="7171" name="Text Box 4"/>
          <p:cNvSpPr txBox="1">
            <a:spLocks noChangeArrowheads="1"/>
          </p:cNvSpPr>
          <p:nvPr/>
        </p:nvSpPr>
        <p:spPr bwMode="auto">
          <a:xfrm>
            <a:off x="2181333" y="279114"/>
            <a:ext cx="3837845"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dirty="0">
                <a:solidFill>
                  <a:schemeClr val="accent4">
                    <a:lumMod val="60000"/>
                    <a:lumOff val="40000"/>
                  </a:schemeClr>
                </a:solidFill>
                <a:cs typeface="Times New Roman" pitchFamily="18" charset="0"/>
              </a:rPr>
              <a:t>We are going to Learn</a:t>
            </a:r>
            <a:r>
              <a:rPr lang="en-US" altLang="en-US" sz="2800" dirty="0">
                <a:solidFill>
                  <a:schemeClr val="accent2"/>
                </a:solidFill>
                <a:cs typeface="Times New Roman" pitchFamily="18" charset="0"/>
              </a:rPr>
              <a:t> </a:t>
            </a:r>
          </a:p>
        </p:txBody>
      </p:sp>
    </p:spTree>
    <p:extLst>
      <p:ext uri="{BB962C8B-B14F-4D97-AF65-F5344CB8AC3E}">
        <p14:creationId xmlns:p14="http://schemas.microsoft.com/office/powerpoint/2010/main" val="64989925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93161" y="796207"/>
            <a:ext cx="5000274" cy="3816890"/>
          </a:xfrm>
        </p:spPr>
        <p:txBody>
          <a:bodyPr/>
          <a:lstStyle/>
          <a:p>
            <a:pPr marL="609600" indent="-609600" eaLnBrk="1" hangingPunct="1">
              <a:lnSpc>
                <a:spcPct val="80000"/>
              </a:lnSpc>
              <a:defRPr/>
            </a:pPr>
            <a:r>
              <a:rPr lang="en-US" altLang="en-US" sz="2000" dirty="0"/>
              <a:t>Description of Casting Process</a:t>
            </a:r>
          </a:p>
          <a:p>
            <a:pPr marL="609600" indent="-609600" eaLnBrk="1" hangingPunct="1">
              <a:lnSpc>
                <a:spcPct val="80000"/>
              </a:lnSpc>
              <a:defRPr/>
            </a:pPr>
            <a:r>
              <a:rPr lang="en-US" altLang="en-US" sz="2000" dirty="0"/>
              <a:t>Characteristics of Cast Iron</a:t>
            </a:r>
          </a:p>
          <a:p>
            <a:pPr marL="609600" indent="-609600" eaLnBrk="1" hangingPunct="1">
              <a:lnSpc>
                <a:spcPct val="80000"/>
              </a:lnSpc>
              <a:defRPr/>
            </a:pPr>
            <a:r>
              <a:rPr lang="en-US" altLang="en-US" sz="2000" dirty="0"/>
              <a:t>Casting Inspection and casting defects.</a:t>
            </a:r>
          </a:p>
          <a:p>
            <a:pPr marL="609600" indent="-609600" eaLnBrk="1" hangingPunct="1">
              <a:lnSpc>
                <a:spcPct val="80000"/>
              </a:lnSpc>
              <a:defRPr/>
            </a:pPr>
            <a:endParaRPr lang="en-US" altLang="en-US" sz="2000" dirty="0"/>
          </a:p>
          <a:p>
            <a:pPr marL="609600" indent="-609600" eaLnBrk="1" hangingPunct="1">
              <a:lnSpc>
                <a:spcPct val="80000"/>
              </a:lnSpc>
              <a:defRPr/>
            </a:pPr>
            <a:r>
              <a:rPr lang="en-US" altLang="en-US" sz="2000" i="1" dirty="0">
                <a:solidFill>
                  <a:srgbClr val="0000FF"/>
                </a:solidFill>
              </a:rPr>
              <a:t>Design of castings making.</a:t>
            </a:r>
            <a:endParaRPr lang="en-US" altLang="en-US" sz="2000" dirty="0"/>
          </a:p>
          <a:p>
            <a:pPr marL="0" indent="0" eaLnBrk="1" hangingPunct="1">
              <a:lnSpc>
                <a:spcPct val="80000"/>
              </a:lnSpc>
              <a:buFontTx/>
              <a:buNone/>
              <a:defRPr/>
            </a:pPr>
            <a:r>
              <a:rPr lang="en-US" altLang="en-US" sz="2000" i="1" dirty="0">
                <a:solidFill>
                  <a:srgbClr val="0000FF"/>
                </a:solidFill>
              </a:rPr>
              <a:t>   a) Designing casting sections.</a:t>
            </a:r>
            <a:endParaRPr lang="en-US" altLang="en-US" sz="2000" dirty="0"/>
          </a:p>
          <a:p>
            <a:pPr marL="0" indent="0" eaLnBrk="1" hangingPunct="1">
              <a:lnSpc>
                <a:spcPct val="80000"/>
              </a:lnSpc>
              <a:buFontTx/>
              <a:buNone/>
              <a:defRPr/>
            </a:pPr>
            <a:r>
              <a:rPr lang="en-US" altLang="en-US" sz="2000" i="1" dirty="0">
                <a:solidFill>
                  <a:srgbClr val="0000FF"/>
                </a:solidFill>
              </a:rPr>
              <a:t>   b) Various allowances provided   	    		on castings.</a:t>
            </a:r>
            <a:endParaRPr lang="en-US" altLang="en-US" sz="2000" dirty="0"/>
          </a:p>
          <a:p>
            <a:pPr marL="0" indent="0" eaLnBrk="1" hangingPunct="1">
              <a:lnSpc>
                <a:spcPct val="80000"/>
              </a:lnSpc>
              <a:buFontTx/>
              <a:buNone/>
              <a:defRPr/>
            </a:pPr>
            <a:r>
              <a:rPr lang="en-US" altLang="en-US" sz="2000" i="1" dirty="0">
                <a:solidFill>
                  <a:srgbClr val="0000FF"/>
                </a:solidFill>
              </a:rPr>
              <a:t>   c) Locating runners and raisers etc.</a:t>
            </a:r>
            <a:endParaRPr lang="en-US" altLang="en-US" sz="2000" dirty="0"/>
          </a:p>
          <a:p>
            <a:pPr marL="609600" indent="-609600" eaLnBrk="1" hangingPunct="1">
              <a:lnSpc>
                <a:spcPct val="80000"/>
              </a:lnSpc>
              <a:defRPr/>
            </a:pPr>
            <a:r>
              <a:rPr lang="en-US" altLang="en-US" sz="2000" i="1" dirty="0">
                <a:solidFill>
                  <a:srgbClr val="0000FF"/>
                </a:solidFill>
              </a:rPr>
              <a:t> </a:t>
            </a:r>
          </a:p>
          <a:p>
            <a:pPr marL="609600" indent="-609600" eaLnBrk="1" hangingPunct="1">
              <a:lnSpc>
                <a:spcPct val="80000"/>
              </a:lnSpc>
              <a:defRPr/>
            </a:pPr>
            <a:r>
              <a:rPr lang="en-US" altLang="en-US" sz="2000" i="1" dirty="0">
                <a:solidFill>
                  <a:srgbClr val="0000FF"/>
                </a:solidFill>
              </a:rPr>
              <a:t>Defects in castings. Cause and solution.</a:t>
            </a:r>
            <a:endParaRPr lang="en-US" altLang="en-US" sz="2000" dirty="0"/>
          </a:p>
          <a:p>
            <a:pPr marL="0" indent="0" eaLnBrk="1" hangingPunct="1">
              <a:lnSpc>
                <a:spcPct val="80000"/>
              </a:lnSpc>
              <a:buFontTx/>
              <a:buNone/>
              <a:defRPr/>
            </a:pPr>
            <a:endParaRPr lang="en-US" altLang="en-US" sz="2400" dirty="0"/>
          </a:p>
        </p:txBody>
      </p:sp>
      <p:sp>
        <p:nvSpPr>
          <p:cNvPr id="5123" name="Text Box 8"/>
          <p:cNvSpPr txBox="1">
            <a:spLocks noChangeArrowheads="1"/>
          </p:cNvSpPr>
          <p:nvPr/>
        </p:nvSpPr>
        <p:spPr bwMode="auto">
          <a:xfrm>
            <a:off x="2591047" y="146448"/>
            <a:ext cx="3881191"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dirty="0">
                <a:solidFill>
                  <a:schemeClr val="accent2"/>
                </a:solidFill>
                <a:cs typeface="Times New Roman" pitchFamily="18" charset="0"/>
              </a:rPr>
              <a:t> </a:t>
            </a:r>
            <a:r>
              <a:rPr lang="en-US" altLang="en-US" sz="2800" dirty="0">
                <a:solidFill>
                  <a:srgbClr val="FF0000"/>
                </a:solidFill>
                <a:cs typeface="Times New Roman" pitchFamily="18" charset="0"/>
              </a:rPr>
              <a:t>What we should know </a:t>
            </a:r>
          </a:p>
        </p:txBody>
      </p:sp>
      <p:pic>
        <p:nvPicPr>
          <p:cNvPr id="4" name="Picture 3">
            <a:extLst>
              <a:ext uri="{FF2B5EF4-FFF2-40B4-BE49-F238E27FC236}">
                <a16:creationId xmlns:a16="http://schemas.microsoft.com/office/drawing/2014/main" id="{582CB302-FC8E-4F9E-9291-ABC9DABCB154}"/>
              </a:ext>
            </a:extLst>
          </p:cNvPr>
          <p:cNvPicPr>
            <a:picLocks noChangeAspect="1"/>
          </p:cNvPicPr>
          <p:nvPr/>
        </p:nvPicPr>
        <p:blipFill>
          <a:blip r:embed="rId2"/>
          <a:stretch>
            <a:fillRect/>
          </a:stretch>
        </p:blipFill>
        <p:spPr>
          <a:xfrm>
            <a:off x="5236555" y="1284767"/>
            <a:ext cx="3494782" cy="2597916"/>
          </a:xfrm>
          <a:prstGeom prst="rect">
            <a:avLst/>
          </a:prstGeom>
        </p:spPr>
      </p:pic>
    </p:spTree>
    <p:extLst>
      <p:ext uri="{BB962C8B-B14F-4D97-AF65-F5344CB8AC3E}">
        <p14:creationId xmlns:p14="http://schemas.microsoft.com/office/powerpoint/2010/main" val="423957393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5"/>
          <p:cNvSpPr txBox="1">
            <a:spLocks noChangeArrowheads="1"/>
          </p:cNvSpPr>
          <p:nvPr/>
        </p:nvSpPr>
        <p:spPr bwMode="auto">
          <a:xfrm rot="-5400000">
            <a:off x="-1550879" y="2443133"/>
            <a:ext cx="4227439" cy="40011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000" dirty="0">
                <a:solidFill>
                  <a:schemeClr val="accent4"/>
                </a:solidFill>
                <a:cs typeface="Times New Roman" pitchFamily="18" charset="0"/>
              </a:rPr>
              <a:t>Design of Pattern &amp; Gating System </a:t>
            </a:r>
          </a:p>
        </p:txBody>
      </p:sp>
      <p:pic>
        <p:nvPicPr>
          <p:cNvPr id="3" name="Picture 2">
            <a:extLst>
              <a:ext uri="{FF2B5EF4-FFF2-40B4-BE49-F238E27FC236}">
                <a16:creationId xmlns:a16="http://schemas.microsoft.com/office/drawing/2014/main" id="{80301915-6D54-4040-95B0-A9F3D3C0B86F}"/>
              </a:ext>
            </a:extLst>
          </p:cNvPr>
          <p:cNvPicPr>
            <a:picLocks noChangeAspect="1"/>
          </p:cNvPicPr>
          <p:nvPr/>
        </p:nvPicPr>
        <p:blipFill>
          <a:blip r:embed="rId2"/>
          <a:stretch>
            <a:fillRect/>
          </a:stretch>
        </p:blipFill>
        <p:spPr>
          <a:xfrm>
            <a:off x="4572000" y="312491"/>
            <a:ext cx="3114280" cy="2175006"/>
          </a:xfrm>
          <a:prstGeom prst="rect">
            <a:avLst/>
          </a:prstGeom>
        </p:spPr>
      </p:pic>
      <p:pic>
        <p:nvPicPr>
          <p:cNvPr id="5" name="Picture 4">
            <a:extLst>
              <a:ext uri="{FF2B5EF4-FFF2-40B4-BE49-F238E27FC236}">
                <a16:creationId xmlns:a16="http://schemas.microsoft.com/office/drawing/2014/main" id="{7DD902F7-FE60-497F-A9FA-4EDB6D229D61}"/>
              </a:ext>
            </a:extLst>
          </p:cNvPr>
          <p:cNvPicPr>
            <a:picLocks noChangeAspect="1"/>
          </p:cNvPicPr>
          <p:nvPr/>
        </p:nvPicPr>
        <p:blipFill>
          <a:blip r:embed="rId3"/>
          <a:stretch>
            <a:fillRect/>
          </a:stretch>
        </p:blipFill>
        <p:spPr>
          <a:xfrm>
            <a:off x="1120043" y="207330"/>
            <a:ext cx="2773301" cy="2087505"/>
          </a:xfrm>
          <a:prstGeom prst="rect">
            <a:avLst/>
          </a:prstGeom>
        </p:spPr>
      </p:pic>
      <p:pic>
        <p:nvPicPr>
          <p:cNvPr id="4" name="Picture 3">
            <a:extLst>
              <a:ext uri="{FF2B5EF4-FFF2-40B4-BE49-F238E27FC236}">
                <a16:creationId xmlns:a16="http://schemas.microsoft.com/office/drawing/2014/main" id="{5B2A90B6-D809-4873-9242-F8AB8B8C5A54}"/>
              </a:ext>
            </a:extLst>
          </p:cNvPr>
          <p:cNvPicPr>
            <a:picLocks noChangeAspect="1"/>
          </p:cNvPicPr>
          <p:nvPr/>
        </p:nvPicPr>
        <p:blipFill>
          <a:blip r:embed="rId4"/>
          <a:stretch>
            <a:fillRect/>
          </a:stretch>
        </p:blipFill>
        <p:spPr>
          <a:xfrm>
            <a:off x="1120043" y="2643188"/>
            <a:ext cx="2773300" cy="2200830"/>
          </a:xfrm>
          <a:prstGeom prst="rect">
            <a:avLst/>
          </a:prstGeom>
        </p:spPr>
      </p:pic>
      <p:pic>
        <p:nvPicPr>
          <p:cNvPr id="11" name="Picture 10">
            <a:extLst>
              <a:ext uri="{FF2B5EF4-FFF2-40B4-BE49-F238E27FC236}">
                <a16:creationId xmlns:a16="http://schemas.microsoft.com/office/drawing/2014/main" id="{6111732A-1FF6-4944-9013-C9924730C2BB}"/>
              </a:ext>
            </a:extLst>
          </p:cNvPr>
          <p:cNvPicPr>
            <a:picLocks noChangeAspect="1"/>
          </p:cNvPicPr>
          <p:nvPr/>
        </p:nvPicPr>
        <p:blipFill>
          <a:blip r:embed="rId5"/>
          <a:stretch>
            <a:fillRect/>
          </a:stretch>
        </p:blipFill>
        <p:spPr>
          <a:xfrm>
            <a:off x="4572000" y="2643188"/>
            <a:ext cx="3114280" cy="2276475"/>
          </a:xfrm>
          <a:prstGeom prst="rect">
            <a:avLst/>
          </a:prstGeom>
        </p:spPr>
      </p:pic>
    </p:spTree>
    <p:extLst>
      <p:ext uri="{BB962C8B-B14F-4D97-AF65-F5344CB8AC3E}">
        <p14:creationId xmlns:p14="http://schemas.microsoft.com/office/powerpoint/2010/main" val="26779262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5"/>
          <p:cNvSpPr txBox="1">
            <a:spLocks noChangeArrowheads="1"/>
          </p:cNvSpPr>
          <p:nvPr/>
        </p:nvSpPr>
        <p:spPr bwMode="auto">
          <a:xfrm rot="-5400000">
            <a:off x="-1550879" y="2443133"/>
            <a:ext cx="4227439" cy="40011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000" dirty="0">
                <a:solidFill>
                  <a:schemeClr val="accent4"/>
                </a:solidFill>
                <a:cs typeface="Times New Roman" pitchFamily="18" charset="0"/>
              </a:rPr>
              <a:t>Design of Pattern &amp; Gating System </a:t>
            </a:r>
          </a:p>
        </p:txBody>
      </p:sp>
      <p:pic>
        <p:nvPicPr>
          <p:cNvPr id="9" name="Picture 8">
            <a:extLst>
              <a:ext uri="{FF2B5EF4-FFF2-40B4-BE49-F238E27FC236}">
                <a16:creationId xmlns:a16="http://schemas.microsoft.com/office/drawing/2014/main" id="{90AB418E-4018-4807-A5D6-AF0328F3F0E5}"/>
              </a:ext>
            </a:extLst>
          </p:cNvPr>
          <p:cNvPicPr>
            <a:picLocks noChangeAspect="1"/>
          </p:cNvPicPr>
          <p:nvPr/>
        </p:nvPicPr>
        <p:blipFill>
          <a:blip r:embed="rId2"/>
          <a:stretch>
            <a:fillRect/>
          </a:stretch>
        </p:blipFill>
        <p:spPr>
          <a:xfrm>
            <a:off x="5046120" y="2620046"/>
            <a:ext cx="2738660" cy="2113788"/>
          </a:xfrm>
          <a:prstGeom prst="rect">
            <a:avLst/>
          </a:prstGeom>
        </p:spPr>
      </p:pic>
      <p:pic>
        <p:nvPicPr>
          <p:cNvPr id="7" name="Picture 6">
            <a:extLst>
              <a:ext uri="{FF2B5EF4-FFF2-40B4-BE49-F238E27FC236}">
                <a16:creationId xmlns:a16="http://schemas.microsoft.com/office/drawing/2014/main" id="{D9900B75-0CCE-4AD1-ABE3-1AC183062345}"/>
              </a:ext>
            </a:extLst>
          </p:cNvPr>
          <p:cNvPicPr>
            <a:picLocks noChangeAspect="1"/>
          </p:cNvPicPr>
          <p:nvPr/>
        </p:nvPicPr>
        <p:blipFill>
          <a:blip r:embed="rId3"/>
          <a:stretch>
            <a:fillRect/>
          </a:stretch>
        </p:blipFill>
        <p:spPr>
          <a:xfrm>
            <a:off x="5025912" y="553781"/>
            <a:ext cx="2643734" cy="2015980"/>
          </a:xfrm>
          <a:prstGeom prst="rect">
            <a:avLst/>
          </a:prstGeom>
        </p:spPr>
      </p:pic>
      <p:pic>
        <p:nvPicPr>
          <p:cNvPr id="8" name="Picture 7">
            <a:extLst>
              <a:ext uri="{FF2B5EF4-FFF2-40B4-BE49-F238E27FC236}">
                <a16:creationId xmlns:a16="http://schemas.microsoft.com/office/drawing/2014/main" id="{EDB35E69-D999-45F6-97AE-E42ABCD054A2}"/>
              </a:ext>
            </a:extLst>
          </p:cNvPr>
          <p:cNvPicPr>
            <a:picLocks noChangeAspect="1"/>
          </p:cNvPicPr>
          <p:nvPr/>
        </p:nvPicPr>
        <p:blipFill rotWithShape="1">
          <a:blip r:embed="rId4"/>
          <a:srcRect l="3871" t="9427" r="4247" b="4015"/>
          <a:stretch/>
        </p:blipFill>
        <p:spPr>
          <a:xfrm>
            <a:off x="1183691" y="529468"/>
            <a:ext cx="2914191" cy="2015981"/>
          </a:xfrm>
          <a:prstGeom prst="rect">
            <a:avLst/>
          </a:prstGeom>
        </p:spPr>
      </p:pic>
      <p:pic>
        <p:nvPicPr>
          <p:cNvPr id="4" name="Picture 3">
            <a:extLst>
              <a:ext uri="{FF2B5EF4-FFF2-40B4-BE49-F238E27FC236}">
                <a16:creationId xmlns:a16="http://schemas.microsoft.com/office/drawing/2014/main" id="{6E5427F5-CD54-4833-874A-7590FA936678}"/>
              </a:ext>
            </a:extLst>
          </p:cNvPr>
          <p:cNvPicPr>
            <a:picLocks noChangeAspect="1"/>
          </p:cNvPicPr>
          <p:nvPr/>
        </p:nvPicPr>
        <p:blipFill>
          <a:blip r:embed="rId5"/>
          <a:stretch>
            <a:fillRect/>
          </a:stretch>
        </p:blipFill>
        <p:spPr>
          <a:xfrm>
            <a:off x="1262272" y="2552031"/>
            <a:ext cx="2835610" cy="2204877"/>
          </a:xfrm>
          <a:prstGeom prst="rect">
            <a:avLst/>
          </a:prstGeom>
        </p:spPr>
      </p:pic>
    </p:spTree>
    <p:extLst>
      <p:ext uri="{BB962C8B-B14F-4D97-AF65-F5344CB8AC3E}">
        <p14:creationId xmlns:p14="http://schemas.microsoft.com/office/powerpoint/2010/main" val="28154042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362" y="144000"/>
            <a:ext cx="7380000" cy="384638"/>
          </a:xfrm>
        </p:spPr>
        <p:txBody>
          <a:bodyPr/>
          <a:lstStyle/>
          <a:p>
            <a:r>
              <a:rPr lang="en-US" dirty="0"/>
              <a:t>Casting Manufacturing Process Flow chart</a:t>
            </a:r>
          </a:p>
        </p:txBody>
      </p:sp>
      <p:pic>
        <p:nvPicPr>
          <p:cNvPr id="3" name="Picture 2">
            <a:extLst>
              <a:ext uri="{FF2B5EF4-FFF2-40B4-BE49-F238E27FC236}">
                <a16:creationId xmlns:a16="http://schemas.microsoft.com/office/drawing/2014/main" id="{9DDBF264-0BAA-444A-A0B9-FFA535E8F598}"/>
              </a:ext>
            </a:extLst>
          </p:cNvPr>
          <p:cNvPicPr>
            <a:picLocks noChangeAspect="1"/>
          </p:cNvPicPr>
          <p:nvPr/>
        </p:nvPicPr>
        <p:blipFill>
          <a:blip r:embed="rId2"/>
          <a:stretch>
            <a:fillRect/>
          </a:stretch>
        </p:blipFill>
        <p:spPr>
          <a:xfrm>
            <a:off x="3861125" y="737999"/>
            <a:ext cx="4604219" cy="3805425"/>
          </a:xfrm>
          <a:prstGeom prst="rect">
            <a:avLst/>
          </a:prstGeom>
        </p:spPr>
      </p:pic>
      <p:sp>
        <p:nvSpPr>
          <p:cNvPr id="4" name="Rectangle 3">
            <a:extLst>
              <a:ext uri="{FF2B5EF4-FFF2-40B4-BE49-F238E27FC236}">
                <a16:creationId xmlns:a16="http://schemas.microsoft.com/office/drawing/2014/main" id="{B49812CD-E884-445E-9423-0662E424673E}"/>
              </a:ext>
            </a:extLst>
          </p:cNvPr>
          <p:cNvSpPr/>
          <p:nvPr/>
        </p:nvSpPr>
        <p:spPr>
          <a:xfrm>
            <a:off x="292217" y="738001"/>
            <a:ext cx="3637053" cy="3926868"/>
          </a:xfrm>
          <a:prstGeom prst="rect">
            <a:avLst/>
          </a:prstGeom>
          <a:solidFill>
            <a:schemeClr val="bg2"/>
          </a:solidFill>
          <a:ln w="12700" cap="flat" cmpd="sng" algn="ctr">
            <a:noFill/>
            <a:prstDash val="solid"/>
          </a:ln>
          <a:effectLst/>
          <a:extLst>
            <a:ext uri="{91240B29-F687-4F45-9708-019B960494DF}">
              <a14:hiddenLine xmlns:a14="http://schemas.microsoft.com/office/drawing/2010/main" w="12700" cap="flat" cmpd="sng" algn="ctr">
                <a:solidFill>
                  <a:srgbClr val="000000"/>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nSpc>
                <a:spcPts val="1700"/>
              </a:lnSpc>
              <a:spcBef>
                <a:spcPts val="840"/>
              </a:spcBef>
            </a:pPr>
            <a:r>
              <a:rPr lang="en-US" sz="1400" dirty="0">
                <a:solidFill>
                  <a:schemeClr val="tx1"/>
                </a:solidFill>
                <a:latin typeface="Arial" pitchFamily="34" charset="0"/>
                <a:cs typeface="Arial" pitchFamily="34" charset="0"/>
              </a:rPr>
              <a:t>MAJOR ACTIVITIES IN FOUNDRY</a:t>
            </a:r>
          </a:p>
          <a:p>
            <a:pPr marL="285750" indent="-285750">
              <a:lnSpc>
                <a:spcPts val="1700"/>
              </a:lnSpc>
              <a:spcBef>
                <a:spcPts val="840"/>
              </a:spcBef>
              <a:buFont typeface="Wingdings" panose="05000000000000000000" pitchFamily="2" charset="2"/>
              <a:buChar char="Ø"/>
            </a:pPr>
            <a:r>
              <a:rPr lang="en-US" sz="1400" dirty="0">
                <a:solidFill>
                  <a:schemeClr val="tx1"/>
                </a:solidFill>
                <a:latin typeface="Arial" pitchFamily="34" charset="0"/>
                <a:cs typeface="Arial" pitchFamily="34" charset="0"/>
              </a:rPr>
              <a:t>MELTING</a:t>
            </a:r>
          </a:p>
          <a:p>
            <a:pPr marL="285750" indent="-285750">
              <a:lnSpc>
                <a:spcPts val="1700"/>
              </a:lnSpc>
              <a:spcBef>
                <a:spcPts val="840"/>
              </a:spcBef>
              <a:buFont typeface="Wingdings" panose="05000000000000000000" pitchFamily="2" charset="2"/>
              <a:buChar char="Ø"/>
            </a:pPr>
            <a:r>
              <a:rPr lang="en-US" sz="1400" dirty="0">
                <a:solidFill>
                  <a:schemeClr val="tx1"/>
                </a:solidFill>
                <a:latin typeface="Arial" pitchFamily="34" charset="0"/>
                <a:cs typeface="Arial" pitchFamily="34" charset="0"/>
              </a:rPr>
              <a:t>MOLDING</a:t>
            </a:r>
          </a:p>
          <a:p>
            <a:pPr marL="285750" indent="-285750">
              <a:lnSpc>
                <a:spcPts val="1700"/>
              </a:lnSpc>
              <a:spcBef>
                <a:spcPts val="840"/>
              </a:spcBef>
              <a:buFont typeface="Wingdings" panose="05000000000000000000" pitchFamily="2" charset="2"/>
              <a:buChar char="Ø"/>
            </a:pPr>
            <a:r>
              <a:rPr lang="en-US" sz="1400" dirty="0">
                <a:solidFill>
                  <a:schemeClr val="tx1"/>
                </a:solidFill>
                <a:latin typeface="Arial" pitchFamily="34" charset="0"/>
                <a:cs typeface="Arial" pitchFamily="34" charset="0"/>
              </a:rPr>
              <a:t>HEATTREATMENT ( OPTIONAL)</a:t>
            </a:r>
          </a:p>
          <a:p>
            <a:pPr marL="285750" indent="-285750">
              <a:lnSpc>
                <a:spcPts val="1700"/>
              </a:lnSpc>
              <a:spcBef>
                <a:spcPts val="840"/>
              </a:spcBef>
              <a:buFont typeface="Wingdings" panose="05000000000000000000" pitchFamily="2" charset="2"/>
              <a:buChar char="Ø"/>
            </a:pPr>
            <a:r>
              <a:rPr lang="en-US" sz="1400" dirty="0">
                <a:solidFill>
                  <a:schemeClr val="tx1"/>
                </a:solidFill>
                <a:latin typeface="Arial" pitchFamily="34" charset="0"/>
                <a:cs typeface="Arial" pitchFamily="34" charset="0"/>
              </a:rPr>
              <a:t>FETTLING</a:t>
            </a:r>
          </a:p>
          <a:p>
            <a:pPr marL="285750" indent="-285750">
              <a:lnSpc>
                <a:spcPts val="1700"/>
              </a:lnSpc>
              <a:spcBef>
                <a:spcPts val="840"/>
              </a:spcBef>
              <a:buFont typeface="Wingdings" panose="05000000000000000000" pitchFamily="2" charset="2"/>
              <a:buChar char="Ø"/>
            </a:pPr>
            <a:r>
              <a:rPr lang="en-US" sz="1400" dirty="0">
                <a:solidFill>
                  <a:schemeClr val="tx1"/>
                </a:solidFill>
                <a:latin typeface="Arial" pitchFamily="34" charset="0"/>
                <a:cs typeface="Arial" pitchFamily="34" charset="0"/>
              </a:rPr>
              <a:t>INSPECTION</a:t>
            </a:r>
          </a:p>
          <a:p>
            <a:pPr marL="285750" indent="-285750">
              <a:lnSpc>
                <a:spcPts val="1700"/>
              </a:lnSpc>
              <a:spcBef>
                <a:spcPts val="840"/>
              </a:spcBef>
              <a:buFont typeface="Wingdings" panose="05000000000000000000" pitchFamily="2" charset="2"/>
              <a:buChar char="Ø"/>
            </a:pPr>
            <a:r>
              <a:rPr lang="en-US" sz="1400" dirty="0">
                <a:solidFill>
                  <a:schemeClr val="tx1"/>
                </a:solidFill>
                <a:latin typeface="Arial" pitchFamily="34" charset="0"/>
                <a:cs typeface="Arial" pitchFamily="34" charset="0"/>
              </a:rPr>
              <a:t>PRESERVATION </a:t>
            </a:r>
          </a:p>
          <a:p>
            <a:pPr marL="285750" indent="-285750">
              <a:lnSpc>
                <a:spcPts val="1700"/>
              </a:lnSpc>
              <a:spcBef>
                <a:spcPts val="840"/>
              </a:spcBef>
              <a:buFont typeface="Wingdings" panose="05000000000000000000" pitchFamily="2" charset="2"/>
              <a:buChar char="Ø"/>
            </a:pPr>
            <a:r>
              <a:rPr lang="en-US" sz="1400" dirty="0">
                <a:solidFill>
                  <a:schemeClr val="tx1"/>
                </a:solidFill>
                <a:latin typeface="Arial" pitchFamily="34" charset="0"/>
                <a:cs typeface="Arial" pitchFamily="34" charset="0"/>
              </a:rPr>
              <a:t>PACKING AND FORWARDING </a:t>
            </a:r>
          </a:p>
          <a:p>
            <a:pPr>
              <a:lnSpc>
                <a:spcPts val="1700"/>
              </a:lnSpc>
              <a:spcBef>
                <a:spcPts val="840"/>
              </a:spcBef>
            </a:pPr>
            <a:endParaRPr lang="en-US" sz="1400" dirty="0" err="1">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16844969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idx="1"/>
          </p:nvPr>
        </p:nvSpPr>
        <p:spPr>
          <a:xfrm>
            <a:off x="833919" y="977971"/>
            <a:ext cx="6553200" cy="3386860"/>
          </a:xfrm>
        </p:spPr>
        <p:txBody>
          <a:bodyPr/>
          <a:lstStyle/>
          <a:p>
            <a:pPr eaLnBrk="1" hangingPunct="1"/>
            <a:r>
              <a:rPr lang="en-US" altLang="en-US" sz="2000" dirty="0">
                <a:solidFill>
                  <a:srgbClr val="C70063"/>
                </a:solidFill>
              </a:rPr>
              <a:t>Melting is a process of Transforming </a:t>
            </a:r>
          </a:p>
          <a:p>
            <a:pPr eaLnBrk="1" hangingPunct="1"/>
            <a:r>
              <a:rPr lang="en-US" altLang="en-US" sz="2000" dirty="0">
                <a:solidFill>
                  <a:srgbClr val="C70063"/>
                </a:solidFill>
              </a:rPr>
              <a:t>		Solid metal into Liquid form.</a:t>
            </a:r>
          </a:p>
          <a:p>
            <a:pPr eaLnBrk="1" hangingPunct="1"/>
            <a:r>
              <a:rPr lang="en-US" altLang="en-US" sz="2000" dirty="0">
                <a:solidFill>
                  <a:srgbClr val="C70063"/>
                </a:solidFill>
              </a:rPr>
              <a:t>The device used for melting is </a:t>
            </a:r>
            <a:r>
              <a:rPr lang="en-US" altLang="en-US" sz="2000" u="sng" dirty="0">
                <a:solidFill>
                  <a:srgbClr val="C70063"/>
                </a:solidFill>
              </a:rPr>
              <a:t>Melting Furnace</a:t>
            </a:r>
            <a:r>
              <a:rPr lang="en-US" altLang="en-US" sz="2000" dirty="0">
                <a:solidFill>
                  <a:srgbClr val="C70063"/>
                </a:solidFill>
              </a:rPr>
              <a:t>.</a:t>
            </a:r>
          </a:p>
          <a:p>
            <a:pPr eaLnBrk="1" hangingPunct="1"/>
            <a:endParaRPr lang="en-US" altLang="en-US" sz="2000" dirty="0">
              <a:solidFill>
                <a:srgbClr val="C70063"/>
              </a:solidFill>
            </a:endParaRPr>
          </a:p>
          <a:p>
            <a:pPr lvl="4">
              <a:buFont typeface="Wingdings" panose="05000000000000000000" pitchFamily="2" charset="2"/>
              <a:buChar char="v"/>
            </a:pPr>
            <a:r>
              <a:rPr lang="en-US" altLang="en-US" sz="1600" b="1" dirty="0"/>
              <a:t>CUPOLA</a:t>
            </a:r>
          </a:p>
          <a:p>
            <a:pPr marL="648000" lvl="4" indent="0">
              <a:buNone/>
            </a:pPr>
            <a:endParaRPr lang="en-US" altLang="en-US" sz="1600" b="1" dirty="0"/>
          </a:p>
          <a:p>
            <a:pPr lvl="4">
              <a:buFont typeface="Wingdings" panose="05000000000000000000" pitchFamily="2" charset="2"/>
              <a:buChar char="v"/>
            </a:pPr>
            <a:r>
              <a:rPr lang="en-US" altLang="en-US" sz="1600" b="1" dirty="0"/>
              <a:t>INDUCTION FURNACE</a:t>
            </a:r>
          </a:p>
          <a:p>
            <a:pPr eaLnBrk="1" hangingPunct="1">
              <a:buFontTx/>
              <a:buNone/>
            </a:pPr>
            <a:r>
              <a:rPr lang="en-US" altLang="en-US" sz="1600" b="1" dirty="0"/>
              <a:t> 			Core Induction Furnace</a:t>
            </a:r>
          </a:p>
          <a:p>
            <a:pPr eaLnBrk="1" hangingPunct="1">
              <a:buFontTx/>
              <a:buNone/>
            </a:pPr>
            <a:r>
              <a:rPr lang="en-US" altLang="en-US" sz="1600" b="1" dirty="0"/>
              <a:t>  			Coreless Induction Furnace</a:t>
            </a:r>
          </a:p>
        </p:txBody>
      </p:sp>
      <p:sp>
        <p:nvSpPr>
          <p:cNvPr id="10243" name="Text Box 4"/>
          <p:cNvSpPr txBox="1">
            <a:spLocks noChangeArrowheads="1"/>
          </p:cNvSpPr>
          <p:nvPr/>
        </p:nvSpPr>
        <p:spPr bwMode="auto">
          <a:xfrm>
            <a:off x="1544586" y="258121"/>
            <a:ext cx="3839071"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dirty="0">
                <a:solidFill>
                  <a:schemeClr val="accent4">
                    <a:lumMod val="75000"/>
                  </a:schemeClr>
                </a:solidFill>
                <a:cs typeface="Times New Roman" pitchFamily="18" charset="0"/>
              </a:rPr>
              <a:t>Melting    Practices </a:t>
            </a:r>
          </a:p>
        </p:txBody>
      </p:sp>
    </p:spTree>
    <p:extLst>
      <p:ext uri="{BB962C8B-B14F-4D97-AF65-F5344CB8AC3E}">
        <p14:creationId xmlns:p14="http://schemas.microsoft.com/office/powerpoint/2010/main" val="152669591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362" y="144000"/>
            <a:ext cx="2254251" cy="384638"/>
          </a:xfrm>
        </p:spPr>
        <p:txBody>
          <a:bodyPr/>
          <a:lstStyle/>
          <a:p>
            <a:r>
              <a:rPr lang="en-US" dirty="0"/>
              <a:t>Melting Practice</a:t>
            </a:r>
          </a:p>
        </p:txBody>
      </p:sp>
      <p:pic>
        <p:nvPicPr>
          <p:cNvPr id="4" name="Picture 3">
            <a:extLst>
              <a:ext uri="{FF2B5EF4-FFF2-40B4-BE49-F238E27FC236}">
                <a16:creationId xmlns:a16="http://schemas.microsoft.com/office/drawing/2014/main" id="{3DC57D7E-64E2-422F-8A9E-85178603D1CF}"/>
              </a:ext>
            </a:extLst>
          </p:cNvPr>
          <p:cNvPicPr>
            <a:picLocks noChangeAspect="1"/>
          </p:cNvPicPr>
          <p:nvPr/>
        </p:nvPicPr>
        <p:blipFill>
          <a:blip r:embed="rId2"/>
          <a:stretch>
            <a:fillRect/>
          </a:stretch>
        </p:blipFill>
        <p:spPr>
          <a:xfrm>
            <a:off x="386288" y="528638"/>
            <a:ext cx="2479120" cy="2213796"/>
          </a:xfrm>
          <a:prstGeom prst="rect">
            <a:avLst/>
          </a:prstGeom>
        </p:spPr>
      </p:pic>
      <p:pic>
        <p:nvPicPr>
          <p:cNvPr id="6" name="Picture 5">
            <a:extLst>
              <a:ext uri="{FF2B5EF4-FFF2-40B4-BE49-F238E27FC236}">
                <a16:creationId xmlns:a16="http://schemas.microsoft.com/office/drawing/2014/main" id="{2617FAE3-E0E9-4573-8C95-8542F18F4DC4}"/>
              </a:ext>
            </a:extLst>
          </p:cNvPr>
          <p:cNvPicPr>
            <a:picLocks noChangeAspect="1"/>
          </p:cNvPicPr>
          <p:nvPr/>
        </p:nvPicPr>
        <p:blipFill>
          <a:blip r:embed="rId3"/>
          <a:stretch>
            <a:fillRect/>
          </a:stretch>
        </p:blipFill>
        <p:spPr>
          <a:xfrm>
            <a:off x="3357498" y="242889"/>
            <a:ext cx="2471299" cy="2328861"/>
          </a:xfrm>
          <a:prstGeom prst="rect">
            <a:avLst/>
          </a:prstGeom>
        </p:spPr>
      </p:pic>
      <p:pic>
        <p:nvPicPr>
          <p:cNvPr id="8" name="Picture 7">
            <a:extLst>
              <a:ext uri="{FF2B5EF4-FFF2-40B4-BE49-F238E27FC236}">
                <a16:creationId xmlns:a16="http://schemas.microsoft.com/office/drawing/2014/main" id="{C3FB5CA9-104A-4732-A874-B854DBE52516}"/>
              </a:ext>
            </a:extLst>
          </p:cNvPr>
          <p:cNvPicPr>
            <a:picLocks noChangeAspect="1"/>
          </p:cNvPicPr>
          <p:nvPr/>
        </p:nvPicPr>
        <p:blipFill>
          <a:blip r:embed="rId4"/>
          <a:stretch>
            <a:fillRect/>
          </a:stretch>
        </p:blipFill>
        <p:spPr>
          <a:xfrm>
            <a:off x="6138864" y="435769"/>
            <a:ext cx="2479120" cy="2396925"/>
          </a:xfrm>
          <a:prstGeom prst="rect">
            <a:avLst/>
          </a:prstGeom>
        </p:spPr>
      </p:pic>
      <p:pic>
        <p:nvPicPr>
          <p:cNvPr id="10" name="Picture 9">
            <a:extLst>
              <a:ext uri="{FF2B5EF4-FFF2-40B4-BE49-F238E27FC236}">
                <a16:creationId xmlns:a16="http://schemas.microsoft.com/office/drawing/2014/main" id="{F41B5DBD-A1F3-47D2-BD1D-F73151FA4A34}"/>
              </a:ext>
            </a:extLst>
          </p:cNvPr>
          <p:cNvPicPr>
            <a:picLocks noChangeAspect="1"/>
          </p:cNvPicPr>
          <p:nvPr/>
        </p:nvPicPr>
        <p:blipFill>
          <a:blip r:embed="rId5"/>
          <a:stretch>
            <a:fillRect/>
          </a:stretch>
        </p:blipFill>
        <p:spPr>
          <a:xfrm>
            <a:off x="280987" y="1778792"/>
            <a:ext cx="5412582" cy="2982849"/>
          </a:xfrm>
          <a:prstGeom prst="rect">
            <a:avLst/>
          </a:prstGeom>
        </p:spPr>
      </p:pic>
      <p:pic>
        <p:nvPicPr>
          <p:cNvPr id="12" name="Picture 11">
            <a:extLst>
              <a:ext uri="{FF2B5EF4-FFF2-40B4-BE49-F238E27FC236}">
                <a16:creationId xmlns:a16="http://schemas.microsoft.com/office/drawing/2014/main" id="{72D72208-9828-46A5-9A19-7871B7E4F1C1}"/>
              </a:ext>
            </a:extLst>
          </p:cNvPr>
          <p:cNvPicPr>
            <a:picLocks noChangeAspect="1"/>
          </p:cNvPicPr>
          <p:nvPr/>
        </p:nvPicPr>
        <p:blipFill>
          <a:blip r:embed="rId6"/>
          <a:stretch>
            <a:fillRect/>
          </a:stretch>
        </p:blipFill>
        <p:spPr>
          <a:xfrm>
            <a:off x="3917141" y="1619782"/>
            <a:ext cx="4747638" cy="3239565"/>
          </a:xfrm>
          <a:prstGeom prst="rect">
            <a:avLst/>
          </a:prstGeom>
        </p:spPr>
      </p:pic>
    </p:spTree>
    <p:extLst>
      <p:ext uri="{BB962C8B-B14F-4D97-AF65-F5344CB8AC3E}">
        <p14:creationId xmlns:p14="http://schemas.microsoft.com/office/powerpoint/2010/main" val="10889526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a:xfrm>
            <a:off x="1070225" y="928527"/>
            <a:ext cx="6781800" cy="3714750"/>
          </a:xfrm>
        </p:spPr>
        <p:txBody>
          <a:bodyPr/>
          <a:lstStyle/>
          <a:p>
            <a:pPr eaLnBrk="1" hangingPunct="1"/>
            <a:r>
              <a:rPr lang="en-US" altLang="en-US" sz="1800" b="1" dirty="0">
                <a:solidFill>
                  <a:schemeClr val="accent2">
                    <a:lumMod val="75000"/>
                  </a:schemeClr>
                </a:solidFill>
              </a:rPr>
              <a:t>Green Sand Process</a:t>
            </a:r>
          </a:p>
          <a:p>
            <a:pPr eaLnBrk="1" hangingPunct="1"/>
            <a:r>
              <a:rPr lang="en-US" altLang="en-US" sz="2000" b="1" dirty="0">
                <a:solidFill>
                  <a:schemeClr val="accent2">
                    <a:lumMod val="75000"/>
                  </a:schemeClr>
                </a:solidFill>
              </a:rPr>
              <a:t>			CO</a:t>
            </a:r>
            <a:r>
              <a:rPr lang="en-US" altLang="en-US" sz="2000" b="1" baseline="-25000" dirty="0">
                <a:solidFill>
                  <a:schemeClr val="accent2">
                    <a:lumMod val="75000"/>
                  </a:schemeClr>
                </a:solidFill>
              </a:rPr>
              <a:t>2  </a:t>
            </a:r>
            <a:r>
              <a:rPr lang="en-US" altLang="en-US" sz="2000" b="1" dirty="0">
                <a:solidFill>
                  <a:schemeClr val="accent2">
                    <a:lumMod val="75000"/>
                  </a:schemeClr>
                </a:solidFill>
              </a:rPr>
              <a:t>Process</a:t>
            </a:r>
          </a:p>
          <a:p>
            <a:pPr eaLnBrk="1" hangingPunct="1"/>
            <a:r>
              <a:rPr lang="en-US" altLang="en-US" sz="2400" b="1" dirty="0" err="1">
                <a:solidFill>
                  <a:schemeClr val="accent2">
                    <a:lumMod val="75000"/>
                  </a:schemeClr>
                </a:solidFill>
              </a:rPr>
              <a:t>Nobake</a:t>
            </a:r>
            <a:r>
              <a:rPr lang="en-US" altLang="en-US" sz="2400" b="1" dirty="0">
                <a:solidFill>
                  <a:schemeClr val="accent2">
                    <a:lumMod val="75000"/>
                  </a:schemeClr>
                </a:solidFill>
              </a:rPr>
              <a:t> Process  </a:t>
            </a:r>
            <a:r>
              <a:rPr lang="en-US" altLang="en-US" sz="1600" b="1" dirty="0">
                <a:solidFill>
                  <a:schemeClr val="accent2">
                    <a:lumMod val="75000"/>
                  </a:schemeClr>
                </a:solidFill>
              </a:rPr>
              <a:t>3 parts / 2 parts  - Furan / </a:t>
            </a:r>
            <a:r>
              <a:rPr lang="en-US" altLang="en-US" sz="1600" b="1" dirty="0" err="1">
                <a:solidFill>
                  <a:schemeClr val="accent2">
                    <a:lumMod val="75000"/>
                  </a:schemeClr>
                </a:solidFill>
              </a:rPr>
              <a:t>Fenolic</a:t>
            </a:r>
            <a:endParaRPr lang="en-US" altLang="en-US" sz="2400" b="1" dirty="0">
              <a:solidFill>
                <a:schemeClr val="accent2">
                  <a:lumMod val="75000"/>
                </a:schemeClr>
              </a:solidFill>
            </a:endParaRPr>
          </a:p>
          <a:p>
            <a:pPr eaLnBrk="1" hangingPunct="1"/>
            <a:endParaRPr lang="en-US" altLang="en-US" sz="2000" b="1" dirty="0">
              <a:solidFill>
                <a:schemeClr val="accent2">
                  <a:lumMod val="75000"/>
                </a:schemeClr>
              </a:solidFill>
            </a:endParaRPr>
          </a:p>
          <a:p>
            <a:pPr eaLnBrk="1" hangingPunct="1"/>
            <a:r>
              <a:rPr lang="en-US" altLang="en-US" sz="2000" b="1" dirty="0">
                <a:solidFill>
                  <a:schemeClr val="accent2">
                    <a:lumMod val="75000"/>
                  </a:schemeClr>
                </a:solidFill>
              </a:rPr>
              <a:t>			Shell Process</a:t>
            </a:r>
          </a:p>
          <a:p>
            <a:pPr eaLnBrk="1" hangingPunct="1"/>
            <a:r>
              <a:rPr lang="en-US" altLang="en-US" sz="1800" b="1" dirty="0">
                <a:solidFill>
                  <a:srgbClr val="00B050"/>
                </a:solidFill>
              </a:rPr>
              <a:t>Investment Casting</a:t>
            </a:r>
          </a:p>
          <a:p>
            <a:pPr eaLnBrk="1" hangingPunct="1"/>
            <a:r>
              <a:rPr lang="en-US" altLang="en-US" sz="1800" b="1" dirty="0">
                <a:solidFill>
                  <a:srgbClr val="C70063"/>
                </a:solidFill>
              </a:rPr>
              <a:t>			Centrifugal casting</a:t>
            </a:r>
          </a:p>
          <a:p>
            <a:pPr eaLnBrk="1" hangingPunct="1"/>
            <a:r>
              <a:rPr lang="en-US" altLang="en-US" sz="1800" b="1" dirty="0">
                <a:solidFill>
                  <a:srgbClr val="C70063"/>
                </a:solidFill>
              </a:rPr>
              <a:t>DIE Castings</a:t>
            </a:r>
          </a:p>
          <a:p>
            <a:pPr eaLnBrk="1" hangingPunct="1">
              <a:lnSpc>
                <a:spcPct val="90000"/>
              </a:lnSpc>
            </a:pPr>
            <a:endParaRPr lang="en-US" altLang="en-US" sz="1800" b="1" dirty="0">
              <a:solidFill>
                <a:schemeClr val="accent3">
                  <a:lumMod val="10000"/>
                </a:schemeClr>
              </a:solidFill>
            </a:endParaRPr>
          </a:p>
          <a:p>
            <a:pPr eaLnBrk="1" hangingPunct="1">
              <a:lnSpc>
                <a:spcPct val="90000"/>
              </a:lnSpc>
            </a:pPr>
            <a:endParaRPr lang="en-US" altLang="en-US" b="1" dirty="0">
              <a:solidFill>
                <a:schemeClr val="accent3">
                  <a:lumMod val="10000"/>
                </a:schemeClr>
              </a:solidFill>
            </a:endParaRPr>
          </a:p>
        </p:txBody>
      </p:sp>
      <p:sp>
        <p:nvSpPr>
          <p:cNvPr id="11267" name="Text Box 4"/>
          <p:cNvSpPr txBox="1">
            <a:spLocks noChangeArrowheads="1"/>
          </p:cNvSpPr>
          <p:nvPr/>
        </p:nvSpPr>
        <p:spPr bwMode="auto">
          <a:xfrm>
            <a:off x="2157573" y="221000"/>
            <a:ext cx="4323955"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ctr">
              <a:spcBef>
                <a:spcPct val="50000"/>
              </a:spcBef>
            </a:pPr>
            <a:r>
              <a:rPr lang="en-US" altLang="en-US" sz="2800" dirty="0" err="1">
                <a:solidFill>
                  <a:schemeClr val="accent4">
                    <a:lumMod val="75000"/>
                  </a:schemeClr>
                </a:solidFill>
                <a:cs typeface="Times New Roman" pitchFamily="18" charset="0"/>
              </a:rPr>
              <a:t>Moulding</a:t>
            </a:r>
            <a:r>
              <a:rPr lang="en-US" altLang="en-US" sz="2800" dirty="0">
                <a:solidFill>
                  <a:schemeClr val="accent4">
                    <a:lumMod val="75000"/>
                  </a:schemeClr>
                </a:solidFill>
                <a:cs typeface="Times New Roman" pitchFamily="18" charset="0"/>
              </a:rPr>
              <a:t> Practices </a:t>
            </a:r>
          </a:p>
        </p:txBody>
      </p:sp>
    </p:spTree>
    <p:extLst>
      <p:ext uri="{BB962C8B-B14F-4D97-AF65-F5344CB8AC3E}">
        <p14:creationId xmlns:p14="http://schemas.microsoft.com/office/powerpoint/2010/main" val="209477175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2000545" y="695007"/>
            <a:ext cx="3843043" cy="4090660"/>
          </a:xfrm>
        </p:spPr>
        <p:txBody>
          <a:bodyPr/>
          <a:lstStyle/>
          <a:p>
            <a:pPr marL="342900" indent="-342900" eaLnBrk="1" hangingPunct="1">
              <a:lnSpc>
                <a:spcPct val="90000"/>
              </a:lnSpc>
              <a:buFont typeface="Wingdings" panose="05000000000000000000" pitchFamily="2" charset="2"/>
              <a:buChar char="v"/>
            </a:pPr>
            <a:r>
              <a:rPr lang="en-US" altLang="en-US" sz="2000" dirty="0"/>
              <a:t>Micro Structure</a:t>
            </a:r>
          </a:p>
          <a:p>
            <a:pPr marL="342900" indent="-342900" eaLnBrk="1" hangingPunct="1">
              <a:lnSpc>
                <a:spcPct val="90000"/>
              </a:lnSpc>
              <a:buFont typeface="Wingdings" panose="05000000000000000000" pitchFamily="2" charset="2"/>
              <a:buChar char="v"/>
            </a:pPr>
            <a:r>
              <a:rPr lang="en-US" altLang="en-US" sz="2000" dirty="0"/>
              <a:t>Hardness</a:t>
            </a:r>
          </a:p>
          <a:p>
            <a:pPr marL="342900" indent="-342900" eaLnBrk="1" hangingPunct="1">
              <a:lnSpc>
                <a:spcPct val="90000"/>
              </a:lnSpc>
              <a:buFont typeface="Wingdings" panose="05000000000000000000" pitchFamily="2" charset="2"/>
              <a:buChar char="v"/>
            </a:pPr>
            <a:r>
              <a:rPr lang="en-US" altLang="en-US" sz="2000" dirty="0"/>
              <a:t>Mechanical Properties</a:t>
            </a:r>
          </a:p>
          <a:p>
            <a:pPr eaLnBrk="1" hangingPunct="1">
              <a:lnSpc>
                <a:spcPct val="90000"/>
              </a:lnSpc>
              <a:buFontTx/>
              <a:buNone/>
            </a:pPr>
            <a:r>
              <a:rPr lang="en-US" altLang="en-US" sz="2000" dirty="0"/>
              <a:t>         Tensile Strength</a:t>
            </a:r>
          </a:p>
          <a:p>
            <a:pPr eaLnBrk="1" hangingPunct="1">
              <a:lnSpc>
                <a:spcPct val="90000"/>
              </a:lnSpc>
              <a:buFontTx/>
              <a:buNone/>
            </a:pPr>
            <a:r>
              <a:rPr lang="en-US" altLang="en-US" sz="2000" dirty="0"/>
              <a:t> 	Yield Strength</a:t>
            </a:r>
          </a:p>
          <a:p>
            <a:pPr eaLnBrk="1" hangingPunct="1">
              <a:lnSpc>
                <a:spcPct val="90000"/>
              </a:lnSpc>
              <a:buFontTx/>
              <a:buNone/>
            </a:pPr>
            <a:r>
              <a:rPr lang="en-US" altLang="en-US" sz="2000" dirty="0"/>
              <a:t>           	     Elongation</a:t>
            </a:r>
          </a:p>
          <a:p>
            <a:pPr eaLnBrk="1" hangingPunct="1">
              <a:lnSpc>
                <a:spcPct val="90000"/>
              </a:lnSpc>
              <a:buFontTx/>
              <a:buNone/>
            </a:pPr>
            <a:r>
              <a:rPr lang="en-US" altLang="en-US" sz="2000" dirty="0"/>
              <a:t>                         Impact</a:t>
            </a:r>
          </a:p>
          <a:p>
            <a:pPr marL="342900" indent="-342900" eaLnBrk="1" hangingPunct="1">
              <a:lnSpc>
                <a:spcPct val="90000"/>
              </a:lnSpc>
              <a:buFont typeface="Wingdings" panose="05000000000000000000" pitchFamily="2" charset="2"/>
              <a:buChar char="v"/>
            </a:pPr>
            <a:r>
              <a:rPr lang="en-US" altLang="en-US" sz="2000" dirty="0"/>
              <a:t>Internal soundness </a:t>
            </a:r>
          </a:p>
          <a:p>
            <a:pPr marL="342900" indent="-342900" eaLnBrk="1" hangingPunct="1">
              <a:lnSpc>
                <a:spcPct val="90000"/>
              </a:lnSpc>
              <a:buFont typeface="Wingdings" panose="05000000000000000000" pitchFamily="2" charset="2"/>
              <a:buChar char="v"/>
            </a:pPr>
            <a:r>
              <a:rPr lang="en-US" altLang="en-US" sz="2000" dirty="0"/>
              <a:t>Machinability</a:t>
            </a:r>
          </a:p>
          <a:p>
            <a:pPr marL="342900" indent="-342900" eaLnBrk="1" hangingPunct="1">
              <a:lnSpc>
                <a:spcPct val="90000"/>
              </a:lnSpc>
              <a:buFont typeface="Wingdings" panose="05000000000000000000" pitchFamily="2" charset="2"/>
              <a:buChar char="v"/>
            </a:pPr>
            <a:r>
              <a:rPr lang="en-US" altLang="en-US" sz="2000" dirty="0"/>
              <a:t>Castability</a:t>
            </a:r>
          </a:p>
          <a:p>
            <a:pPr marL="342900" indent="-342900" eaLnBrk="1" hangingPunct="1">
              <a:lnSpc>
                <a:spcPct val="90000"/>
              </a:lnSpc>
              <a:buFont typeface="Wingdings" panose="05000000000000000000" pitchFamily="2" charset="2"/>
              <a:buChar char="v"/>
            </a:pPr>
            <a:r>
              <a:rPr lang="en-US" altLang="en-US" sz="2000" dirty="0"/>
              <a:t>Aesthetic  Appearance</a:t>
            </a:r>
          </a:p>
          <a:p>
            <a:pPr eaLnBrk="1" hangingPunct="1">
              <a:lnSpc>
                <a:spcPct val="80000"/>
              </a:lnSpc>
            </a:pPr>
            <a:endParaRPr lang="en-US" altLang="en-US" sz="2000" dirty="0"/>
          </a:p>
        </p:txBody>
      </p:sp>
      <p:sp>
        <p:nvSpPr>
          <p:cNvPr id="8195" name="Text Box 4"/>
          <p:cNvSpPr txBox="1">
            <a:spLocks noChangeArrowheads="1"/>
          </p:cNvSpPr>
          <p:nvPr/>
        </p:nvSpPr>
        <p:spPr bwMode="auto">
          <a:xfrm>
            <a:off x="1735436" y="152896"/>
            <a:ext cx="4742004"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b="1" dirty="0">
                <a:solidFill>
                  <a:schemeClr val="accent4">
                    <a:lumMod val="75000"/>
                  </a:schemeClr>
                </a:solidFill>
                <a:cs typeface="Times New Roman" pitchFamily="18" charset="0"/>
              </a:rPr>
              <a:t>Characteristics of Casting</a:t>
            </a:r>
            <a:r>
              <a:rPr lang="en-US" altLang="en-US" sz="2800" dirty="0">
                <a:solidFill>
                  <a:schemeClr val="accent2"/>
                </a:solidFill>
                <a:cs typeface="Times New Roman" pitchFamily="18" charset="0"/>
              </a:rPr>
              <a:t> </a:t>
            </a:r>
          </a:p>
        </p:txBody>
      </p:sp>
    </p:spTree>
    <p:extLst>
      <p:ext uri="{BB962C8B-B14F-4D97-AF65-F5344CB8AC3E}">
        <p14:creationId xmlns:p14="http://schemas.microsoft.com/office/powerpoint/2010/main" val="123387195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878440" y="1170612"/>
            <a:ext cx="7239000" cy="3657600"/>
          </a:xfrm>
        </p:spPr>
        <p:txBody>
          <a:bodyPr/>
          <a:lstStyle/>
          <a:p>
            <a:pPr eaLnBrk="1" hangingPunct="1"/>
            <a:endParaRPr lang="en-US" altLang="en-US" dirty="0"/>
          </a:p>
          <a:p>
            <a:r>
              <a:rPr lang="en-US" altLang="en-US" dirty="0"/>
              <a:t>  </a:t>
            </a:r>
            <a:r>
              <a:rPr lang="en-US" b="1" i="0" dirty="0">
                <a:solidFill>
                  <a:srgbClr val="111111"/>
                </a:solidFill>
                <a:effectLst/>
                <a:latin typeface="Roboto" panose="02000000000000000000" pitchFamily="2" charset="0"/>
              </a:rPr>
              <a:t>Microstructure</a:t>
            </a:r>
            <a:r>
              <a:rPr lang="en-US" b="0" i="0" dirty="0">
                <a:solidFill>
                  <a:srgbClr val="111111"/>
                </a:solidFill>
                <a:effectLst/>
                <a:latin typeface="Roboto" panose="02000000000000000000" pitchFamily="2" charset="0"/>
              </a:rPr>
              <a:t> in </a:t>
            </a:r>
            <a:r>
              <a:rPr lang="en-US" b="1" i="0" dirty="0">
                <a:solidFill>
                  <a:srgbClr val="111111"/>
                </a:solidFill>
                <a:effectLst/>
                <a:latin typeface="Roboto" panose="02000000000000000000" pitchFamily="2" charset="0"/>
              </a:rPr>
              <a:t>metallic</a:t>
            </a:r>
            <a:r>
              <a:rPr lang="en-US" b="0" i="0" dirty="0">
                <a:solidFill>
                  <a:srgbClr val="111111"/>
                </a:solidFill>
                <a:effectLst/>
                <a:latin typeface="Roboto" panose="02000000000000000000" pitchFamily="2" charset="0"/>
              </a:rPr>
              <a:t> </a:t>
            </a:r>
            <a:r>
              <a:rPr lang="en-US" b="1" i="0" dirty="0">
                <a:solidFill>
                  <a:srgbClr val="111111"/>
                </a:solidFill>
                <a:effectLst/>
                <a:latin typeface="Roboto" panose="02000000000000000000" pitchFamily="2" charset="0"/>
              </a:rPr>
              <a:t>materials</a:t>
            </a:r>
            <a:r>
              <a:rPr lang="en-US" b="0" i="0" dirty="0">
                <a:solidFill>
                  <a:srgbClr val="111111"/>
                </a:solidFill>
                <a:effectLst/>
                <a:latin typeface="Roboto" panose="02000000000000000000" pitchFamily="2" charset="0"/>
              </a:rPr>
              <a:t> represents the distribution and topological arrangement of grains, phases, interfaces, and other defects in three dimensions.</a:t>
            </a:r>
          </a:p>
          <a:p>
            <a:r>
              <a:rPr lang="en-US" b="0" i="0" dirty="0">
                <a:solidFill>
                  <a:srgbClr val="444444"/>
                </a:solidFill>
                <a:effectLst/>
                <a:latin typeface="Roboto" panose="02000000000000000000" pitchFamily="2" charset="0"/>
              </a:rPr>
              <a:t>influence physical properties such as strength, toughness, ductility, hardness, corrosion resistance, high/low temperature </a:t>
            </a:r>
            <a:r>
              <a:rPr lang="en-US" b="0" i="0" dirty="0" err="1">
                <a:solidFill>
                  <a:srgbClr val="444444"/>
                </a:solidFill>
                <a:effectLst/>
                <a:latin typeface="Roboto" panose="02000000000000000000" pitchFamily="2" charset="0"/>
              </a:rPr>
              <a:t>behaviour</a:t>
            </a:r>
            <a:r>
              <a:rPr lang="en-US" b="0" i="0" dirty="0">
                <a:solidFill>
                  <a:srgbClr val="444444"/>
                </a:solidFill>
                <a:effectLst/>
                <a:latin typeface="Roboto" panose="02000000000000000000" pitchFamily="2" charset="0"/>
              </a:rPr>
              <a:t> or wear resistance.</a:t>
            </a:r>
            <a:endParaRPr lang="en-US" altLang="en-US" dirty="0"/>
          </a:p>
        </p:txBody>
      </p:sp>
      <p:sp>
        <p:nvSpPr>
          <p:cNvPr id="17411" name="Text Box 4"/>
          <p:cNvSpPr txBox="1">
            <a:spLocks noChangeArrowheads="1"/>
          </p:cNvSpPr>
          <p:nvPr/>
        </p:nvSpPr>
        <p:spPr bwMode="auto">
          <a:xfrm>
            <a:off x="1554584" y="314488"/>
            <a:ext cx="4281941"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dirty="0">
                <a:solidFill>
                  <a:schemeClr val="accent4">
                    <a:lumMod val="75000"/>
                  </a:schemeClr>
                </a:solidFill>
                <a:cs typeface="Times New Roman" pitchFamily="18" charset="0"/>
              </a:rPr>
              <a:t>Microstructure of castings</a:t>
            </a:r>
          </a:p>
        </p:txBody>
      </p:sp>
      <p:pic>
        <p:nvPicPr>
          <p:cNvPr id="4" name="Picture 3">
            <a:extLst>
              <a:ext uri="{FF2B5EF4-FFF2-40B4-BE49-F238E27FC236}">
                <a16:creationId xmlns:a16="http://schemas.microsoft.com/office/drawing/2014/main" id="{B2D441A0-0E33-48FC-9AFC-ACCAEE2EC015}"/>
              </a:ext>
            </a:extLst>
          </p:cNvPr>
          <p:cNvPicPr>
            <a:picLocks noChangeAspect="1"/>
          </p:cNvPicPr>
          <p:nvPr/>
        </p:nvPicPr>
        <p:blipFill>
          <a:blip r:embed="rId2"/>
          <a:stretch>
            <a:fillRect/>
          </a:stretch>
        </p:blipFill>
        <p:spPr>
          <a:xfrm>
            <a:off x="380999" y="2694574"/>
            <a:ext cx="2619375" cy="1577504"/>
          </a:xfrm>
          <a:prstGeom prst="rect">
            <a:avLst/>
          </a:prstGeom>
        </p:spPr>
      </p:pic>
      <p:pic>
        <p:nvPicPr>
          <p:cNvPr id="6" name="Picture 5">
            <a:extLst>
              <a:ext uri="{FF2B5EF4-FFF2-40B4-BE49-F238E27FC236}">
                <a16:creationId xmlns:a16="http://schemas.microsoft.com/office/drawing/2014/main" id="{44A265AC-F94D-4774-A861-436BE5F60C71}"/>
              </a:ext>
            </a:extLst>
          </p:cNvPr>
          <p:cNvPicPr>
            <a:picLocks noChangeAspect="1"/>
          </p:cNvPicPr>
          <p:nvPr/>
        </p:nvPicPr>
        <p:blipFill>
          <a:blip r:embed="rId3"/>
          <a:stretch>
            <a:fillRect/>
          </a:stretch>
        </p:blipFill>
        <p:spPr>
          <a:xfrm>
            <a:off x="3162301" y="2617133"/>
            <a:ext cx="4445794" cy="1694325"/>
          </a:xfrm>
          <a:prstGeom prst="rect">
            <a:avLst/>
          </a:prstGeom>
        </p:spPr>
      </p:pic>
    </p:spTree>
    <p:extLst>
      <p:ext uri="{BB962C8B-B14F-4D97-AF65-F5344CB8AC3E}">
        <p14:creationId xmlns:p14="http://schemas.microsoft.com/office/powerpoint/2010/main" val="251533126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878440" y="1170612"/>
            <a:ext cx="7239000" cy="3657600"/>
          </a:xfrm>
        </p:spPr>
        <p:txBody>
          <a:bodyPr/>
          <a:lstStyle/>
          <a:p>
            <a:pPr eaLnBrk="1" hangingPunct="1"/>
            <a:endParaRPr lang="en-US" altLang="en-US" dirty="0"/>
          </a:p>
          <a:p>
            <a:r>
              <a:rPr lang="en-US" altLang="en-US" dirty="0"/>
              <a:t>  </a:t>
            </a:r>
            <a:r>
              <a:rPr lang="en-US" altLang="en-US" sz="1800" b="1" dirty="0">
                <a:solidFill>
                  <a:srgbClr val="D84C91"/>
                </a:solidFill>
              </a:rPr>
              <a:t>Separating of Unwanted part of Desired Product</a:t>
            </a:r>
          </a:p>
          <a:p>
            <a:endParaRPr lang="en-US" altLang="en-US" dirty="0"/>
          </a:p>
          <a:p>
            <a:r>
              <a:rPr lang="en-US" altLang="en-US" dirty="0"/>
              <a:t>Knockout, Grinding,  Shot </a:t>
            </a:r>
            <a:r>
              <a:rPr lang="en-US" altLang="en-US" dirty="0" err="1"/>
              <a:t>blasting,Machining</a:t>
            </a:r>
            <a:endParaRPr lang="en-US" altLang="en-US" dirty="0"/>
          </a:p>
          <a:p>
            <a:pPr eaLnBrk="1" hangingPunct="1"/>
            <a:endParaRPr lang="en-US" altLang="en-US" dirty="0"/>
          </a:p>
          <a:p>
            <a:pPr lvl="2"/>
            <a:r>
              <a:rPr lang="en-US" altLang="en-US" dirty="0"/>
              <a:t>Shot Blasting</a:t>
            </a:r>
          </a:p>
          <a:p>
            <a:pPr lvl="2"/>
            <a:r>
              <a:rPr lang="en-US" altLang="en-US" dirty="0"/>
              <a:t>Grid Blasting</a:t>
            </a:r>
          </a:p>
          <a:p>
            <a:pPr lvl="2"/>
            <a:r>
              <a:rPr lang="en-US" altLang="en-US" dirty="0"/>
              <a:t>Sand Blasting</a:t>
            </a:r>
          </a:p>
        </p:txBody>
      </p:sp>
      <p:sp>
        <p:nvSpPr>
          <p:cNvPr id="17411" name="Text Box 4"/>
          <p:cNvSpPr txBox="1">
            <a:spLocks noChangeArrowheads="1"/>
          </p:cNvSpPr>
          <p:nvPr/>
        </p:nvSpPr>
        <p:spPr bwMode="auto">
          <a:xfrm>
            <a:off x="955060" y="314488"/>
            <a:ext cx="4881465"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dirty="0">
                <a:solidFill>
                  <a:schemeClr val="accent4">
                    <a:lumMod val="75000"/>
                  </a:schemeClr>
                </a:solidFill>
                <a:cs typeface="Times New Roman" pitchFamily="18" charset="0"/>
              </a:rPr>
              <a:t>Fettling &amp; Finishing of </a:t>
            </a:r>
            <a:r>
              <a:rPr lang="en-US" altLang="en-US" sz="2800" dirty="0" err="1">
                <a:solidFill>
                  <a:schemeClr val="accent4">
                    <a:lumMod val="75000"/>
                  </a:schemeClr>
                </a:solidFill>
                <a:cs typeface="Times New Roman" pitchFamily="18" charset="0"/>
              </a:rPr>
              <a:t>Cating</a:t>
            </a:r>
            <a:r>
              <a:rPr lang="en-US" altLang="en-US" sz="2800" dirty="0">
                <a:solidFill>
                  <a:schemeClr val="accent4">
                    <a:lumMod val="75000"/>
                  </a:schemeClr>
                </a:solidFill>
                <a:cs typeface="Times New Roman" pitchFamily="18" charset="0"/>
              </a:rPr>
              <a:t> </a:t>
            </a:r>
          </a:p>
        </p:txBody>
      </p:sp>
      <p:pic>
        <p:nvPicPr>
          <p:cNvPr id="4" name="Picture 3">
            <a:extLst>
              <a:ext uri="{FF2B5EF4-FFF2-40B4-BE49-F238E27FC236}">
                <a16:creationId xmlns:a16="http://schemas.microsoft.com/office/drawing/2014/main" id="{98964457-79F8-4F77-82FA-614D1F6714DB}"/>
              </a:ext>
            </a:extLst>
          </p:cNvPr>
          <p:cNvPicPr>
            <a:picLocks noChangeAspect="1"/>
          </p:cNvPicPr>
          <p:nvPr/>
        </p:nvPicPr>
        <p:blipFill>
          <a:blip r:embed="rId2"/>
          <a:stretch>
            <a:fillRect/>
          </a:stretch>
        </p:blipFill>
        <p:spPr>
          <a:xfrm>
            <a:off x="5223504" y="1702801"/>
            <a:ext cx="3462338" cy="2593221"/>
          </a:xfrm>
          <a:prstGeom prst="rect">
            <a:avLst/>
          </a:prstGeom>
        </p:spPr>
      </p:pic>
    </p:spTree>
    <p:extLst>
      <p:ext uri="{BB962C8B-B14F-4D97-AF65-F5344CB8AC3E}">
        <p14:creationId xmlns:p14="http://schemas.microsoft.com/office/powerpoint/2010/main" val="171503765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body" idx="1"/>
          </p:nvPr>
        </p:nvSpPr>
        <p:spPr>
          <a:xfrm>
            <a:off x="284612" y="1338507"/>
            <a:ext cx="4071631" cy="285334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lnSpc>
                <a:spcPct val="80000"/>
              </a:lnSpc>
            </a:pPr>
            <a:r>
              <a:rPr lang="en-US" altLang="en-US" b="1" dirty="0">
                <a:solidFill>
                  <a:srgbClr val="D84C91"/>
                </a:solidFill>
              </a:rPr>
              <a:t>Visual Inspection for External Defects</a:t>
            </a:r>
          </a:p>
          <a:p>
            <a:pPr eaLnBrk="1" hangingPunct="1">
              <a:lnSpc>
                <a:spcPct val="80000"/>
              </a:lnSpc>
            </a:pPr>
            <a:r>
              <a:rPr lang="en-US" altLang="en-US" sz="1200" dirty="0"/>
              <a:t>	Dimensional Inspection Manual &amp; Scanning</a:t>
            </a:r>
          </a:p>
          <a:p>
            <a:pPr eaLnBrk="1" hangingPunct="1">
              <a:lnSpc>
                <a:spcPct val="80000"/>
              </a:lnSpc>
            </a:pPr>
            <a:r>
              <a:rPr lang="en-US" altLang="en-US" b="1" dirty="0">
                <a:solidFill>
                  <a:srgbClr val="D84C91"/>
                </a:solidFill>
              </a:rPr>
              <a:t>For Internal Defects</a:t>
            </a:r>
          </a:p>
          <a:p>
            <a:pPr eaLnBrk="1" hangingPunct="1">
              <a:lnSpc>
                <a:spcPct val="80000"/>
              </a:lnSpc>
              <a:buFontTx/>
              <a:buNone/>
            </a:pPr>
            <a:r>
              <a:rPr lang="en-US" altLang="en-US" b="1" dirty="0">
                <a:solidFill>
                  <a:srgbClr val="D84C91"/>
                </a:solidFill>
              </a:rPr>
              <a:t>	</a:t>
            </a:r>
            <a:r>
              <a:rPr lang="en-US" altLang="en-US" b="1" dirty="0" err="1">
                <a:solidFill>
                  <a:srgbClr val="D84C91"/>
                </a:solidFill>
              </a:rPr>
              <a:t>Distructive</a:t>
            </a:r>
            <a:r>
              <a:rPr lang="en-US" altLang="en-US" b="1" dirty="0">
                <a:solidFill>
                  <a:srgbClr val="D84C91"/>
                </a:solidFill>
              </a:rPr>
              <a:t> Methods </a:t>
            </a:r>
          </a:p>
          <a:p>
            <a:pPr eaLnBrk="1" hangingPunct="1">
              <a:lnSpc>
                <a:spcPct val="80000"/>
              </a:lnSpc>
              <a:buFontTx/>
              <a:buNone/>
            </a:pPr>
            <a:r>
              <a:rPr lang="en-US" altLang="en-US" sz="1200" dirty="0"/>
              <a:t>	         -  By Sectioning of Casting </a:t>
            </a:r>
          </a:p>
          <a:p>
            <a:pPr marL="1798638" indent="-1798638" eaLnBrk="1" hangingPunct="1">
              <a:lnSpc>
                <a:spcPct val="80000"/>
              </a:lnSpc>
              <a:buFont typeface="Arial" panose="020B0604020202020204" pitchFamily="34" charset="0"/>
              <a:buChar char="•"/>
            </a:pPr>
            <a:endParaRPr lang="en-US" altLang="en-US" sz="1200" dirty="0"/>
          </a:p>
          <a:p>
            <a:pPr eaLnBrk="1" hangingPunct="1">
              <a:lnSpc>
                <a:spcPct val="80000"/>
              </a:lnSpc>
              <a:buFontTx/>
              <a:buNone/>
            </a:pPr>
            <a:r>
              <a:rPr lang="en-US" altLang="en-US" sz="1200" dirty="0"/>
              <a:t>	</a:t>
            </a:r>
            <a:r>
              <a:rPr lang="en-US" altLang="en-US" sz="1600" b="1" dirty="0">
                <a:solidFill>
                  <a:srgbClr val="D84C91"/>
                </a:solidFill>
              </a:rPr>
              <a:t>Non-</a:t>
            </a:r>
            <a:r>
              <a:rPr lang="en-US" altLang="en-US" sz="1600" b="1" dirty="0" err="1">
                <a:solidFill>
                  <a:srgbClr val="D84C91"/>
                </a:solidFill>
              </a:rPr>
              <a:t>Distructive</a:t>
            </a:r>
            <a:r>
              <a:rPr lang="en-US" altLang="en-US" sz="1600" b="1" dirty="0">
                <a:solidFill>
                  <a:srgbClr val="D84C91"/>
                </a:solidFill>
              </a:rPr>
              <a:t> Method</a:t>
            </a:r>
          </a:p>
          <a:p>
            <a:pPr lvl="6">
              <a:lnSpc>
                <a:spcPct val="80000"/>
              </a:lnSpc>
            </a:pPr>
            <a:r>
              <a:rPr lang="en-US" altLang="en-US" dirty="0"/>
              <a:t>Ultrasonic Testing</a:t>
            </a:r>
          </a:p>
          <a:p>
            <a:pPr lvl="6">
              <a:lnSpc>
                <a:spcPct val="80000"/>
              </a:lnSpc>
            </a:pPr>
            <a:r>
              <a:rPr lang="en-US" altLang="en-US" dirty="0"/>
              <a:t> Radiography </a:t>
            </a:r>
          </a:p>
          <a:p>
            <a:pPr lvl="6">
              <a:lnSpc>
                <a:spcPct val="80000"/>
              </a:lnSpc>
            </a:pPr>
            <a:r>
              <a:rPr lang="en-US" altLang="en-US" dirty="0"/>
              <a:t> Magna flux </a:t>
            </a:r>
          </a:p>
          <a:p>
            <a:pPr lvl="6">
              <a:lnSpc>
                <a:spcPct val="80000"/>
              </a:lnSpc>
            </a:pPr>
            <a:r>
              <a:rPr lang="en-US" altLang="en-US" dirty="0"/>
              <a:t> Die Penetrant</a:t>
            </a:r>
          </a:p>
        </p:txBody>
      </p:sp>
      <p:sp>
        <p:nvSpPr>
          <p:cNvPr id="19459" name="Text Box 5"/>
          <p:cNvSpPr txBox="1">
            <a:spLocks noChangeArrowheads="1"/>
          </p:cNvSpPr>
          <p:nvPr/>
        </p:nvSpPr>
        <p:spPr bwMode="auto">
          <a:xfrm>
            <a:off x="1310876" y="337594"/>
            <a:ext cx="4084772"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dirty="0">
                <a:solidFill>
                  <a:schemeClr val="accent4">
                    <a:lumMod val="75000"/>
                  </a:schemeClr>
                </a:solidFill>
                <a:cs typeface="Times New Roman" pitchFamily="18" charset="0"/>
              </a:rPr>
              <a:t>Inspection Methodology</a:t>
            </a:r>
            <a:r>
              <a:rPr lang="en-US" altLang="en-US" sz="2800" dirty="0">
                <a:solidFill>
                  <a:schemeClr val="accent2"/>
                </a:solidFill>
                <a:cs typeface="Times New Roman" pitchFamily="18" charset="0"/>
              </a:rPr>
              <a:t> </a:t>
            </a:r>
          </a:p>
        </p:txBody>
      </p:sp>
      <p:sp>
        <p:nvSpPr>
          <p:cNvPr id="4" name="Rectangle 4"/>
          <p:cNvSpPr txBox="1">
            <a:spLocks noChangeArrowheads="1"/>
          </p:cNvSpPr>
          <p:nvPr/>
        </p:nvSpPr>
        <p:spPr bwMode="gray">
          <a:xfrm>
            <a:off x="5075431" y="1551398"/>
            <a:ext cx="3000053" cy="221921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rtlCol="0">
            <a:noAutofit/>
          </a:bodyPr>
          <a:lstStyle>
            <a:lvl1pPr algn="l" rtl="0" eaLnBrk="1" fontAlgn="base" hangingPunct="1">
              <a:lnSpc>
                <a:spcPct val="100000"/>
              </a:lnSpc>
              <a:spcBef>
                <a:spcPts val="800"/>
              </a:spcBef>
              <a:spcAft>
                <a:spcPct val="0"/>
              </a:spcAft>
              <a:buClr>
                <a:srgbClr val="4367C5"/>
              </a:buClr>
              <a:buFont typeface="Wingdings" pitchFamily="2" charset="2"/>
              <a:defRPr sz="1400">
                <a:solidFill>
                  <a:schemeClr val="tx1"/>
                </a:solidFill>
                <a:latin typeface="Arial" pitchFamily="34" charset="0"/>
                <a:ea typeface="+mn-ea"/>
                <a:cs typeface="Arial" pitchFamily="34" charset="0"/>
              </a:defRPr>
            </a:lvl1pPr>
            <a:lvl2pPr marL="215976" indent="-215976" algn="l" rtl="0" eaLnBrk="1" fontAlgn="base" hangingPunct="1">
              <a:lnSpc>
                <a:spcPct val="100000"/>
              </a:lnSpc>
              <a:spcBef>
                <a:spcPts val="840"/>
              </a:spcBef>
              <a:spcAft>
                <a:spcPct val="0"/>
              </a:spcAft>
              <a:buClr>
                <a:schemeClr val="tx2"/>
              </a:buClr>
              <a:buSzPct val="85000"/>
              <a:buFont typeface="Wingdings" pitchFamily="2" charset="2"/>
              <a:buChar char="n"/>
              <a:defRPr sz="1400">
                <a:solidFill>
                  <a:schemeClr val="tx1"/>
                </a:solidFill>
                <a:latin typeface="Arial" pitchFamily="34" charset="0"/>
                <a:cs typeface="Arial" pitchFamily="34" charset="0"/>
              </a:defRPr>
            </a:lvl2pPr>
            <a:lvl3pPr marL="431951" indent="-215976" algn="l" rtl="0" eaLnBrk="1" fontAlgn="base" hangingPunct="1">
              <a:lnSpc>
                <a:spcPct val="100000"/>
              </a:lnSpc>
              <a:spcBef>
                <a:spcPts val="800"/>
              </a:spcBef>
              <a:spcAft>
                <a:spcPct val="0"/>
              </a:spcAft>
              <a:buClr>
                <a:schemeClr val="tx2"/>
              </a:buClr>
              <a:buSzPct val="100000"/>
              <a:buFont typeface="Arial" pitchFamily="34" charset="0"/>
              <a:buChar char="–"/>
              <a:defRPr sz="1400">
                <a:solidFill>
                  <a:schemeClr val="tx1"/>
                </a:solidFill>
                <a:latin typeface="Arial" pitchFamily="34" charset="0"/>
                <a:cs typeface="Arial" pitchFamily="34" charset="0"/>
              </a:defRPr>
            </a:lvl3pPr>
            <a:lvl4pPr marL="648000" indent="-216000" algn="l" rtl="0" eaLnBrk="1" fontAlgn="base" hangingPunct="1">
              <a:lnSpc>
                <a:spcPct val="100000"/>
              </a:lnSpc>
              <a:spcBef>
                <a:spcPts val="800"/>
              </a:spcBef>
              <a:spcAft>
                <a:spcPct val="0"/>
              </a:spcAft>
              <a:buClr>
                <a:schemeClr val="tx2"/>
              </a:buClr>
              <a:buSzPct val="100000"/>
              <a:buFont typeface="Arial" pitchFamily="34" charset="0"/>
              <a:buChar char="–"/>
              <a:defRPr sz="1400">
                <a:solidFill>
                  <a:schemeClr val="tx1"/>
                </a:solidFill>
                <a:latin typeface="Arial" pitchFamily="34" charset="0"/>
                <a:cs typeface="Arial" pitchFamily="34" charset="0"/>
              </a:defRPr>
            </a:lvl4pPr>
            <a:lvl5pPr marL="864000" indent="-216000" algn="l" rtl="0" eaLnBrk="1" fontAlgn="base" hangingPunct="1">
              <a:lnSpc>
                <a:spcPct val="100000"/>
              </a:lnSpc>
              <a:spcBef>
                <a:spcPts val="800"/>
              </a:spcBef>
              <a:spcAft>
                <a:spcPct val="0"/>
              </a:spcAft>
              <a:buClr>
                <a:schemeClr val="tx2"/>
              </a:buClr>
              <a:buFont typeface="Arial" pitchFamily="34" charset="0"/>
              <a:buChar char="–"/>
              <a:defRPr sz="1400">
                <a:solidFill>
                  <a:schemeClr val="tx1"/>
                </a:solidFill>
                <a:latin typeface="Arial" pitchFamily="34" charset="0"/>
                <a:cs typeface="Arial" pitchFamily="34" charset="0"/>
              </a:defRPr>
            </a:lvl5pPr>
            <a:lvl6pPr marL="1609542"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6pPr>
            <a:lvl7pPr marL="2066690"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7pPr>
            <a:lvl8pPr marL="2523838"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8pPr>
            <a:lvl9pPr marL="2980986" indent="-226987" algn="l" rtl="0" eaLnBrk="1" fontAlgn="base" hangingPunct="1">
              <a:lnSpc>
                <a:spcPct val="95000"/>
              </a:lnSpc>
              <a:spcBef>
                <a:spcPct val="50000"/>
              </a:spcBef>
              <a:spcAft>
                <a:spcPct val="0"/>
              </a:spcAft>
              <a:buClr>
                <a:srgbClr val="4367C5"/>
              </a:buClr>
              <a:buFont typeface="Arial" charset="0"/>
              <a:buChar char="●"/>
              <a:defRPr sz="1200">
                <a:solidFill>
                  <a:srgbClr val="000000"/>
                </a:solidFill>
                <a:latin typeface="+mn-lt"/>
              </a:defRPr>
            </a:lvl9pPr>
          </a:lstStyle>
          <a:p>
            <a:pPr>
              <a:lnSpc>
                <a:spcPct val="80000"/>
              </a:lnSpc>
              <a:buFontTx/>
              <a:buNone/>
            </a:pPr>
            <a:endParaRPr lang="en-US" altLang="en-US" sz="1200" kern="0" dirty="0"/>
          </a:p>
          <a:p>
            <a:pPr>
              <a:lnSpc>
                <a:spcPct val="80000"/>
              </a:lnSpc>
              <a:buFontTx/>
              <a:buNone/>
            </a:pPr>
            <a:r>
              <a:rPr lang="en-US" altLang="en-US" sz="1600" b="1" kern="0" dirty="0">
                <a:solidFill>
                  <a:srgbClr val="002060"/>
                </a:solidFill>
              </a:rPr>
              <a:t>Characteristics of Casting       -</a:t>
            </a:r>
          </a:p>
          <a:p>
            <a:pPr lvl="2">
              <a:lnSpc>
                <a:spcPct val="80000"/>
              </a:lnSpc>
              <a:buFont typeface="Wingdings" panose="05000000000000000000" pitchFamily="2" charset="2"/>
              <a:buChar char="Ø"/>
            </a:pPr>
            <a:r>
              <a:rPr lang="en-US" altLang="en-US" sz="1600" b="1" kern="0" dirty="0">
                <a:solidFill>
                  <a:srgbClr val="002060"/>
                </a:solidFill>
              </a:rPr>
              <a:t>Tensile</a:t>
            </a:r>
          </a:p>
          <a:p>
            <a:pPr lvl="2">
              <a:lnSpc>
                <a:spcPct val="80000"/>
              </a:lnSpc>
              <a:buFont typeface="Wingdings" panose="05000000000000000000" pitchFamily="2" charset="2"/>
              <a:buChar char="Ø"/>
            </a:pPr>
            <a:r>
              <a:rPr lang="en-US" altLang="en-US" sz="1600" b="1" kern="0" dirty="0">
                <a:solidFill>
                  <a:srgbClr val="002060"/>
                </a:solidFill>
              </a:rPr>
              <a:t>Impact </a:t>
            </a:r>
          </a:p>
          <a:p>
            <a:pPr lvl="2">
              <a:lnSpc>
                <a:spcPct val="80000"/>
              </a:lnSpc>
              <a:buFont typeface="Wingdings" panose="05000000000000000000" pitchFamily="2" charset="2"/>
              <a:buChar char="Ø"/>
            </a:pPr>
            <a:r>
              <a:rPr lang="en-US" altLang="en-US" sz="1600" b="1" kern="0" dirty="0">
                <a:solidFill>
                  <a:srgbClr val="002060"/>
                </a:solidFill>
              </a:rPr>
              <a:t> Hardness </a:t>
            </a:r>
          </a:p>
          <a:p>
            <a:pPr lvl="2">
              <a:lnSpc>
                <a:spcPct val="80000"/>
              </a:lnSpc>
              <a:buFont typeface="Wingdings" panose="05000000000000000000" pitchFamily="2" charset="2"/>
              <a:buChar char="Ø"/>
            </a:pPr>
            <a:r>
              <a:rPr lang="en-US" altLang="en-US" sz="1600" b="1" kern="0" dirty="0">
                <a:solidFill>
                  <a:srgbClr val="002060"/>
                </a:solidFill>
              </a:rPr>
              <a:t> Chemistry</a:t>
            </a:r>
          </a:p>
          <a:p>
            <a:pPr lvl="2">
              <a:lnSpc>
                <a:spcPct val="80000"/>
              </a:lnSpc>
              <a:buFont typeface="Wingdings" panose="05000000000000000000" pitchFamily="2" charset="2"/>
              <a:buChar char="Ø"/>
            </a:pPr>
            <a:r>
              <a:rPr lang="en-US" altLang="en-US" sz="1600" b="1" kern="0" dirty="0">
                <a:solidFill>
                  <a:srgbClr val="002060"/>
                </a:solidFill>
              </a:rPr>
              <a:t> Microstructure</a:t>
            </a:r>
          </a:p>
          <a:p>
            <a:pPr lvl="2">
              <a:lnSpc>
                <a:spcPct val="80000"/>
              </a:lnSpc>
              <a:buFont typeface="Wingdings" panose="05000000000000000000" pitchFamily="2" charset="2"/>
              <a:buChar char="Ø"/>
            </a:pPr>
            <a:r>
              <a:rPr lang="en-US" altLang="en-US" sz="1600" b="1" kern="0" dirty="0">
                <a:solidFill>
                  <a:srgbClr val="002060"/>
                </a:solidFill>
              </a:rPr>
              <a:t>Internal soundness</a:t>
            </a:r>
          </a:p>
          <a:p>
            <a:pPr>
              <a:lnSpc>
                <a:spcPct val="80000"/>
              </a:lnSpc>
              <a:buFontTx/>
              <a:buNone/>
            </a:pPr>
            <a:endParaRPr lang="en-US" altLang="en-US" sz="1200" kern="0" dirty="0"/>
          </a:p>
          <a:p>
            <a:pPr>
              <a:lnSpc>
                <a:spcPct val="80000"/>
              </a:lnSpc>
              <a:buFontTx/>
              <a:buNone/>
            </a:pPr>
            <a:r>
              <a:rPr lang="en-US" altLang="en-US" sz="1200" kern="0" dirty="0"/>
              <a:t>	</a:t>
            </a:r>
            <a:endParaRPr lang="en-US" altLang="en-US" sz="1800" kern="0" dirty="0"/>
          </a:p>
          <a:p>
            <a:pPr>
              <a:lnSpc>
                <a:spcPct val="80000"/>
              </a:lnSpc>
            </a:pPr>
            <a:r>
              <a:rPr lang="en-US" altLang="en-US" sz="1800" kern="0" dirty="0"/>
              <a:t> </a:t>
            </a:r>
          </a:p>
          <a:p>
            <a:pPr lvl="1">
              <a:lnSpc>
                <a:spcPct val="80000"/>
              </a:lnSpc>
            </a:pPr>
            <a:endParaRPr lang="en-US" altLang="en-US" kern="0" dirty="0"/>
          </a:p>
        </p:txBody>
      </p:sp>
      <p:sp>
        <p:nvSpPr>
          <p:cNvPr id="2" name="Curved Down Arrow 1"/>
          <p:cNvSpPr/>
          <p:nvPr/>
        </p:nvSpPr>
        <p:spPr>
          <a:xfrm>
            <a:off x="1869897" y="837343"/>
            <a:ext cx="5157627" cy="416103"/>
          </a:xfrm>
          <a:prstGeom prst="curvedDownArrow">
            <a:avLst/>
          </a:prstGeom>
          <a:solidFill>
            <a:srgbClr val="00B050"/>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a:lnSpc>
                <a:spcPts val="1700"/>
              </a:lnSpc>
              <a:spcBef>
                <a:spcPts val="840"/>
              </a:spcBef>
            </a:pPr>
            <a:endParaRPr lang="en-US" sz="1400" dirty="0" err="1">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92755909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4294967295"/>
          </p:nvPr>
        </p:nvSpPr>
        <p:spPr>
          <a:xfrm>
            <a:off x="4171307" y="1623959"/>
            <a:ext cx="4349213" cy="2629543"/>
          </a:xfrm>
        </p:spPr>
        <p:txBody>
          <a:bodyPr/>
          <a:lstStyle/>
          <a:p>
            <a:pPr eaLnBrk="1" hangingPunct="1"/>
            <a:r>
              <a:rPr lang="en-US" altLang="en-US" sz="1600" b="1" dirty="0">
                <a:solidFill>
                  <a:srgbClr val="002060"/>
                </a:solidFill>
              </a:rPr>
              <a:t>Inclusion -  Slag, Sand, Metal</a:t>
            </a:r>
          </a:p>
          <a:p>
            <a:pPr eaLnBrk="1" hangingPunct="1"/>
            <a:r>
              <a:rPr lang="en-US" altLang="en-US" sz="1600" b="1" dirty="0">
                <a:solidFill>
                  <a:srgbClr val="002060"/>
                </a:solidFill>
              </a:rPr>
              <a:t>Blow Hole &amp; Gas Hole</a:t>
            </a:r>
          </a:p>
          <a:p>
            <a:pPr eaLnBrk="1" hangingPunct="1"/>
            <a:r>
              <a:rPr lang="en-US" altLang="en-US" sz="1600" b="1" dirty="0">
                <a:solidFill>
                  <a:srgbClr val="002060"/>
                </a:solidFill>
              </a:rPr>
              <a:t>Dimensional inaccuracies</a:t>
            </a:r>
          </a:p>
          <a:p>
            <a:pPr eaLnBrk="1" hangingPunct="1"/>
            <a:r>
              <a:rPr lang="en-US" altLang="en-US" sz="1600" b="1" dirty="0">
                <a:solidFill>
                  <a:srgbClr val="002060"/>
                </a:solidFill>
              </a:rPr>
              <a:t>Mismatch </a:t>
            </a:r>
          </a:p>
          <a:p>
            <a:pPr eaLnBrk="1" hangingPunct="1"/>
            <a:r>
              <a:rPr lang="en-US" altLang="en-US" sz="1600" b="1" dirty="0" err="1">
                <a:solidFill>
                  <a:srgbClr val="002060"/>
                </a:solidFill>
              </a:rPr>
              <a:t>Misrun</a:t>
            </a:r>
            <a:endParaRPr lang="en-US" altLang="en-US" sz="1600" b="1" dirty="0">
              <a:solidFill>
                <a:srgbClr val="002060"/>
              </a:solidFill>
            </a:endParaRPr>
          </a:p>
          <a:p>
            <a:pPr eaLnBrk="1" hangingPunct="1"/>
            <a:r>
              <a:rPr lang="en-US" altLang="en-US" sz="1600" b="1" dirty="0">
                <a:solidFill>
                  <a:srgbClr val="002060"/>
                </a:solidFill>
              </a:rPr>
              <a:t>Crack</a:t>
            </a:r>
          </a:p>
          <a:p>
            <a:pPr eaLnBrk="1" hangingPunct="1"/>
            <a:r>
              <a:rPr lang="en-US" altLang="en-US" sz="1600" b="1" dirty="0">
                <a:solidFill>
                  <a:srgbClr val="002060"/>
                </a:solidFill>
              </a:rPr>
              <a:t>Shrinkage &amp; Porosity</a:t>
            </a:r>
          </a:p>
          <a:p>
            <a:pPr eaLnBrk="1" hangingPunct="1"/>
            <a:r>
              <a:rPr lang="en-US" altLang="en-US" sz="1600" b="1" dirty="0">
                <a:solidFill>
                  <a:srgbClr val="002060"/>
                </a:solidFill>
              </a:rPr>
              <a:t>Bad Microstructure</a:t>
            </a:r>
          </a:p>
          <a:p>
            <a:pPr eaLnBrk="1" hangingPunct="1"/>
            <a:endParaRPr lang="en-US" altLang="en-US" dirty="0"/>
          </a:p>
        </p:txBody>
      </p:sp>
      <p:sp>
        <p:nvSpPr>
          <p:cNvPr id="21507" name="Text Box 4"/>
          <p:cNvSpPr txBox="1">
            <a:spLocks noChangeArrowheads="1"/>
          </p:cNvSpPr>
          <p:nvPr/>
        </p:nvSpPr>
        <p:spPr bwMode="auto">
          <a:xfrm>
            <a:off x="1978335" y="252740"/>
            <a:ext cx="2821606"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dirty="0">
                <a:solidFill>
                  <a:schemeClr val="accent4">
                    <a:lumMod val="75000"/>
                  </a:schemeClr>
                </a:solidFill>
                <a:cs typeface="Times New Roman" pitchFamily="18" charset="0"/>
              </a:rPr>
              <a:t>Casting Defects </a:t>
            </a:r>
          </a:p>
        </p:txBody>
      </p:sp>
      <p:sp>
        <p:nvSpPr>
          <p:cNvPr id="2" name="Rectangle 1"/>
          <p:cNvSpPr/>
          <p:nvPr/>
        </p:nvSpPr>
        <p:spPr>
          <a:xfrm>
            <a:off x="205483" y="926457"/>
            <a:ext cx="7068619" cy="2369880"/>
          </a:xfrm>
          <a:prstGeom prst="rect">
            <a:avLst/>
          </a:prstGeom>
        </p:spPr>
        <p:txBody>
          <a:bodyPr wrap="square">
            <a:spAutoFit/>
          </a:bodyPr>
          <a:lstStyle/>
          <a:p>
            <a:r>
              <a:rPr lang="en-US" sz="2000" u="sng" dirty="0"/>
              <a:t>Main classification of defects</a:t>
            </a:r>
            <a:r>
              <a:rPr lang="en-US" dirty="0"/>
              <a:t> </a:t>
            </a:r>
            <a:br>
              <a:rPr lang="en-US" dirty="0"/>
            </a:br>
            <a:r>
              <a:rPr lang="en-US" sz="1600" dirty="0"/>
              <a:t>1. Molding Material defect  </a:t>
            </a:r>
            <a:br>
              <a:rPr lang="en-US" sz="1600" dirty="0"/>
            </a:br>
            <a:br>
              <a:rPr lang="en-US" sz="1600" dirty="0"/>
            </a:br>
            <a:r>
              <a:rPr lang="en-US" sz="1600" dirty="0"/>
              <a:t>2. Pouring Metal defect   </a:t>
            </a:r>
            <a:br>
              <a:rPr lang="en-US" sz="1600" dirty="0"/>
            </a:br>
            <a:br>
              <a:rPr lang="en-US" sz="1600" dirty="0"/>
            </a:br>
            <a:r>
              <a:rPr lang="en-US" sz="1600" dirty="0"/>
              <a:t>3. Gas Defect    </a:t>
            </a:r>
            <a:br>
              <a:rPr lang="en-US" sz="1600" dirty="0"/>
            </a:br>
            <a:br>
              <a:rPr lang="en-US" sz="1600" dirty="0"/>
            </a:br>
            <a:r>
              <a:rPr lang="en-US" sz="1600" dirty="0"/>
              <a:t>4. Metallurgical defects</a:t>
            </a:r>
            <a:endParaRPr lang="en-US" dirty="0"/>
          </a:p>
        </p:txBody>
      </p:sp>
    </p:spTree>
    <p:extLst>
      <p:ext uri="{BB962C8B-B14F-4D97-AF65-F5344CB8AC3E}">
        <p14:creationId xmlns:p14="http://schemas.microsoft.com/office/powerpoint/2010/main" val="102957504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347905" y="829949"/>
            <a:ext cx="6858000" cy="3777219"/>
          </a:xfrm>
        </p:spPr>
        <p:txBody>
          <a:bodyPr/>
          <a:lstStyle/>
          <a:p>
            <a:pPr eaLnBrk="1" hangingPunct="1">
              <a:lnSpc>
                <a:spcPct val="90000"/>
              </a:lnSpc>
            </a:pPr>
            <a:r>
              <a:rPr lang="en-US" altLang="en-US" sz="1800" dirty="0"/>
              <a:t>Rust prevention</a:t>
            </a:r>
          </a:p>
          <a:p>
            <a:pPr eaLnBrk="1" hangingPunct="1">
              <a:lnSpc>
                <a:spcPct val="90000"/>
              </a:lnSpc>
            </a:pPr>
            <a:endParaRPr lang="en-US" altLang="en-US" sz="1800" dirty="0"/>
          </a:p>
          <a:p>
            <a:pPr lvl="1" eaLnBrk="1" hangingPunct="1">
              <a:lnSpc>
                <a:spcPct val="90000"/>
              </a:lnSpc>
            </a:pPr>
            <a:r>
              <a:rPr lang="en-US" altLang="en-US" sz="1600" dirty="0"/>
              <a:t>Applying of Surface Coating </a:t>
            </a:r>
          </a:p>
          <a:p>
            <a:pPr marL="0" lvl="1" indent="0" eaLnBrk="1" hangingPunct="1">
              <a:lnSpc>
                <a:spcPct val="90000"/>
              </a:lnSpc>
              <a:buNone/>
            </a:pPr>
            <a:endParaRPr lang="en-US" altLang="en-US" sz="1600" dirty="0"/>
          </a:p>
          <a:p>
            <a:pPr lvl="1" eaLnBrk="1" hangingPunct="1">
              <a:lnSpc>
                <a:spcPct val="90000"/>
              </a:lnSpc>
            </a:pPr>
            <a:r>
              <a:rPr lang="en-US" altLang="en-US" sz="1600" dirty="0"/>
              <a:t> Use of Oil, Primer, Paint, Phosphating, </a:t>
            </a:r>
            <a:r>
              <a:rPr lang="en-US" altLang="en-US" sz="1600" dirty="0" err="1"/>
              <a:t>Galvanising</a:t>
            </a:r>
            <a:endParaRPr lang="en-US" altLang="en-US" sz="1600" dirty="0"/>
          </a:p>
          <a:p>
            <a:pPr lvl="1" eaLnBrk="1" hangingPunct="1">
              <a:lnSpc>
                <a:spcPct val="90000"/>
              </a:lnSpc>
            </a:pPr>
            <a:endParaRPr lang="en-US" altLang="en-US" sz="1600" dirty="0"/>
          </a:p>
          <a:p>
            <a:pPr eaLnBrk="1" hangingPunct="1">
              <a:lnSpc>
                <a:spcPct val="90000"/>
              </a:lnSpc>
            </a:pPr>
            <a:r>
              <a:rPr lang="en-US" altLang="en-US" sz="1800" dirty="0"/>
              <a:t>Packaging :</a:t>
            </a:r>
          </a:p>
          <a:p>
            <a:pPr eaLnBrk="1" hangingPunct="1">
              <a:lnSpc>
                <a:spcPct val="90000"/>
              </a:lnSpc>
            </a:pPr>
            <a:endParaRPr lang="en-US" altLang="en-US" sz="1800" dirty="0"/>
          </a:p>
          <a:p>
            <a:pPr eaLnBrk="1" hangingPunct="1">
              <a:lnSpc>
                <a:spcPct val="90000"/>
              </a:lnSpc>
            </a:pPr>
            <a:r>
              <a:rPr lang="en-US" altLang="en-US" sz="1800" dirty="0"/>
              <a:t>Prevent from Dust Contamination</a:t>
            </a:r>
          </a:p>
          <a:p>
            <a:pPr eaLnBrk="1" hangingPunct="1">
              <a:lnSpc>
                <a:spcPct val="90000"/>
              </a:lnSpc>
            </a:pPr>
            <a:endParaRPr lang="en-US" altLang="en-US" sz="1800" dirty="0"/>
          </a:p>
          <a:p>
            <a:pPr eaLnBrk="1" hangingPunct="1">
              <a:lnSpc>
                <a:spcPct val="90000"/>
              </a:lnSpc>
            </a:pPr>
            <a:r>
              <a:rPr lang="en-US" altLang="en-US" sz="1800" dirty="0"/>
              <a:t>Prevent Damage during Transit</a:t>
            </a:r>
          </a:p>
          <a:p>
            <a:pPr eaLnBrk="1" hangingPunct="1">
              <a:lnSpc>
                <a:spcPct val="90000"/>
              </a:lnSpc>
            </a:pPr>
            <a:endParaRPr lang="en-US" altLang="en-US" sz="2800" dirty="0"/>
          </a:p>
        </p:txBody>
      </p:sp>
      <p:sp>
        <p:nvSpPr>
          <p:cNvPr id="22531" name="Text Box 4"/>
          <p:cNvSpPr txBox="1">
            <a:spLocks noChangeArrowheads="1"/>
          </p:cNvSpPr>
          <p:nvPr/>
        </p:nvSpPr>
        <p:spPr bwMode="auto">
          <a:xfrm>
            <a:off x="1765541" y="162580"/>
            <a:ext cx="5359159" cy="5232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algn="r">
              <a:spcBef>
                <a:spcPct val="50000"/>
              </a:spcBef>
            </a:pPr>
            <a:r>
              <a:rPr lang="en-US" altLang="en-US" sz="2800" dirty="0">
                <a:solidFill>
                  <a:schemeClr val="accent5">
                    <a:lumMod val="50000"/>
                  </a:schemeClr>
                </a:solidFill>
                <a:cs typeface="Times New Roman" pitchFamily="18" charset="0"/>
              </a:rPr>
              <a:t>Surface Protection &amp; Packaging </a:t>
            </a:r>
          </a:p>
        </p:txBody>
      </p:sp>
      <p:sp>
        <p:nvSpPr>
          <p:cNvPr id="22532" name="AutoShape 6">
            <a:hlinkClick r:id="rId2" action="ppaction://hlinkfile" highlightClick="1"/>
          </p:cNvPr>
          <p:cNvSpPr>
            <a:spLocks noChangeArrowheads="1"/>
          </p:cNvSpPr>
          <p:nvPr/>
        </p:nvSpPr>
        <p:spPr bwMode="auto">
          <a:xfrm>
            <a:off x="6858000" y="3771900"/>
            <a:ext cx="533400" cy="2286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600">
                <a:solidFill>
                  <a:schemeClr val="tx1"/>
                </a:solidFill>
                <a:latin typeface="Arial" charset="0"/>
                <a:cs typeface="Arial" charset="0"/>
              </a:defRPr>
            </a:lvl1pPr>
            <a:lvl2pPr marL="742950" indent="-285750" eaLnBrk="0" hangingPunct="0">
              <a:defRPr sz="3600">
                <a:solidFill>
                  <a:schemeClr val="tx1"/>
                </a:solidFill>
                <a:latin typeface="Arial" charset="0"/>
                <a:cs typeface="Arial" charset="0"/>
              </a:defRPr>
            </a:lvl2pPr>
            <a:lvl3pPr marL="1143000" indent="-228600" eaLnBrk="0" hangingPunct="0">
              <a:defRPr sz="3600">
                <a:solidFill>
                  <a:schemeClr val="tx1"/>
                </a:solidFill>
                <a:latin typeface="Arial" charset="0"/>
                <a:cs typeface="Arial" charset="0"/>
              </a:defRPr>
            </a:lvl3pPr>
            <a:lvl4pPr marL="1600200" indent="-228600" eaLnBrk="0" hangingPunct="0">
              <a:defRPr sz="3600">
                <a:solidFill>
                  <a:schemeClr val="tx1"/>
                </a:solidFill>
                <a:latin typeface="Arial" charset="0"/>
                <a:cs typeface="Arial" charset="0"/>
              </a:defRPr>
            </a:lvl4pPr>
            <a:lvl5pPr marL="2057400" indent="-228600" eaLnBrk="0" hangingPunct="0">
              <a:defRPr sz="3600">
                <a:solidFill>
                  <a:schemeClr val="tx1"/>
                </a:solidFill>
                <a:latin typeface="Arial" charset="0"/>
                <a:cs typeface="Arial" charset="0"/>
              </a:defRPr>
            </a:lvl5pPr>
            <a:lvl6pPr marL="2514600" indent="-228600" eaLnBrk="0" fontAlgn="base" hangingPunct="0">
              <a:spcBef>
                <a:spcPct val="0"/>
              </a:spcBef>
              <a:spcAft>
                <a:spcPct val="0"/>
              </a:spcAft>
              <a:defRPr sz="3600">
                <a:solidFill>
                  <a:schemeClr val="tx1"/>
                </a:solidFill>
                <a:latin typeface="Arial" charset="0"/>
                <a:cs typeface="Arial" charset="0"/>
              </a:defRPr>
            </a:lvl6pPr>
            <a:lvl7pPr marL="2971800" indent="-228600" eaLnBrk="0" fontAlgn="base" hangingPunct="0">
              <a:spcBef>
                <a:spcPct val="0"/>
              </a:spcBef>
              <a:spcAft>
                <a:spcPct val="0"/>
              </a:spcAft>
              <a:defRPr sz="3600">
                <a:solidFill>
                  <a:schemeClr val="tx1"/>
                </a:solidFill>
                <a:latin typeface="Arial" charset="0"/>
                <a:cs typeface="Arial" charset="0"/>
              </a:defRPr>
            </a:lvl7pPr>
            <a:lvl8pPr marL="3429000" indent="-228600" eaLnBrk="0" fontAlgn="base" hangingPunct="0">
              <a:spcBef>
                <a:spcPct val="0"/>
              </a:spcBef>
              <a:spcAft>
                <a:spcPct val="0"/>
              </a:spcAft>
              <a:defRPr sz="3600">
                <a:solidFill>
                  <a:schemeClr val="tx1"/>
                </a:solidFill>
                <a:latin typeface="Arial" charset="0"/>
                <a:cs typeface="Arial" charset="0"/>
              </a:defRPr>
            </a:lvl8pPr>
            <a:lvl9pPr marL="3886200" indent="-228600" eaLnBrk="0" fontAlgn="base" hangingPunct="0">
              <a:spcBef>
                <a:spcPct val="0"/>
              </a:spcBef>
              <a:spcAft>
                <a:spcPct val="0"/>
              </a:spcAft>
              <a:defRPr sz="3600">
                <a:solidFill>
                  <a:schemeClr val="tx1"/>
                </a:solidFill>
                <a:latin typeface="Arial" charset="0"/>
                <a:cs typeface="Arial" charset="0"/>
              </a:defRPr>
            </a:lvl9pPr>
          </a:lstStyle>
          <a:p>
            <a:pPr eaLnBrk="1" hangingPunct="1"/>
            <a:endParaRPr lang="en-US" altLang="en-US"/>
          </a:p>
        </p:txBody>
      </p:sp>
    </p:spTree>
    <p:extLst>
      <p:ext uri="{BB962C8B-B14F-4D97-AF65-F5344CB8AC3E}">
        <p14:creationId xmlns:p14="http://schemas.microsoft.com/office/powerpoint/2010/main" val="280389464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567" y="842481"/>
            <a:ext cx="5039235" cy="2677656"/>
          </a:xfrm>
          <a:prstGeom prst="rect">
            <a:avLst/>
          </a:prstGeom>
          <a:noFill/>
        </p:spPr>
        <p:txBody>
          <a:bodyPr wrap="square" lIns="91440" tIns="45720" rIns="91440" bIns="45720">
            <a:spAutoFit/>
          </a:bodyPr>
          <a:lstStyle/>
          <a:p>
            <a:pPr algn="ctr"/>
            <a:r>
              <a:rPr lang="en-US" sz="2400" b="1" cap="all" spc="0" dirty="0">
                <a:ln w="9000" cmpd="sng">
                  <a:solidFill>
                    <a:schemeClr val="accent4">
                      <a:shade val="50000"/>
                      <a:satMod val="120000"/>
                    </a:schemeClr>
                  </a:solidFill>
                  <a:prstDash val="solid"/>
                </a:ln>
                <a:solidFill>
                  <a:srgbClr val="C70063"/>
                </a:solidFill>
                <a:effectLst>
                  <a:reflection blurRad="12700" stA="28000" endPos="45000" dist="1000" dir="5400000" sy="-100000" algn="bl" rotWithShape="0"/>
                </a:effectLst>
              </a:rPr>
              <a:t>THANK YOU</a:t>
            </a:r>
            <a:r>
              <a:rPr 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p>
          <a:p>
            <a:pPr algn="ctr"/>
            <a:endParaRPr 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a:p>
            <a:pPr algn="ctr"/>
            <a:r>
              <a:rPr 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FOR GIVING  ME</a:t>
            </a:r>
          </a:p>
          <a:p>
            <a:pPr algn="ct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a:p>
            <a:pPr algn="ctr"/>
            <a:r>
              <a:rPr 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r>
              <a:rPr lang="en-US" sz="2400" b="1" cap="all" spc="0" dirty="0">
                <a:ln w="9000" cmpd="sng">
                  <a:solidFill>
                    <a:schemeClr val="accent4">
                      <a:shade val="50000"/>
                      <a:satMod val="120000"/>
                    </a:schemeClr>
                  </a:solidFill>
                  <a:prstDash val="solid"/>
                </a:ln>
                <a:solidFill>
                  <a:srgbClr val="C70063"/>
                </a:solidFill>
                <a:effectLst>
                  <a:reflection blurRad="12700" stA="28000" endPos="45000" dist="1000" dir="5400000" sy="-100000" algn="bl" rotWithShape="0"/>
                </a:effectLst>
              </a:rPr>
              <a:t>OPPORTUNITY </a:t>
            </a:r>
          </a:p>
          <a:p>
            <a:pPr algn="ct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a:p>
            <a:pPr algn="ctr"/>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TO LEARN </a:t>
            </a:r>
            <a:r>
              <a:rPr 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p>
        </p:txBody>
      </p:sp>
      <p:sp>
        <p:nvSpPr>
          <p:cNvPr id="5" name="Sun 4"/>
          <p:cNvSpPr/>
          <p:nvPr/>
        </p:nvSpPr>
        <p:spPr>
          <a:xfrm>
            <a:off x="0" y="210021"/>
            <a:ext cx="8843963" cy="4369124"/>
          </a:xfrm>
          <a:prstGeom prst="sun">
            <a:avLst/>
          </a:prstGeom>
          <a:solidFill>
            <a:srgbClr val="00B0F0">
              <a:alpha val="35000"/>
            </a:srgb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a:lnSpc>
                <a:spcPts val="1700"/>
              </a:lnSpc>
              <a:spcBef>
                <a:spcPts val="840"/>
              </a:spcBef>
            </a:pPr>
            <a:endParaRPr lang="en-US" sz="1400" dirty="0" err="1">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4052150897"/>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CREATEDBY" val="TW_CP"/>
  <p:tag name="MASTER" val="master_zf.potx"/>
</p:tagLst>
</file>

<file path=ppt/theme/theme1.xml><?xml version="1.0" encoding="utf-8"?>
<a:theme xmlns:a="http://schemas.openxmlformats.org/drawingml/2006/main" name="Blank">
  <a:themeElements>
    <a:clrScheme name="© ZF Friedrichshafen AG">
      <a:dk1>
        <a:srgbClr val="000000"/>
      </a:dk1>
      <a:lt1>
        <a:srgbClr val="FFFFFF"/>
      </a:lt1>
      <a:dk2>
        <a:srgbClr val="999999"/>
      </a:dk2>
      <a:lt2>
        <a:srgbClr val="D9DADB"/>
      </a:lt2>
      <a:accent1>
        <a:srgbClr val="D5B076"/>
      </a:accent1>
      <a:accent2>
        <a:srgbClr val="E2C89F"/>
      </a:accent2>
      <a:accent3>
        <a:srgbClr val="EEDFC8"/>
      </a:accent3>
      <a:accent4>
        <a:srgbClr val="2870BB"/>
      </a:accent4>
      <a:accent5>
        <a:srgbClr val="699BCF"/>
      </a:accent5>
      <a:accent6>
        <a:srgbClr val="A9C6E4"/>
      </a:accent6>
      <a:hlink>
        <a:srgbClr val="2870BB"/>
      </a:hlink>
      <a:folHlink>
        <a:srgbClr val="A9C6E4"/>
      </a:folHlink>
    </a:clrScheme>
    <a:fontScheme name="ZF_Folienmaster">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cap="flat" cmpd="sng" algn="ctr">
          <a:noFill/>
          <a:prstDash val="solid"/>
        </a:ln>
        <a:effectLst/>
        <a:extLst>
          <a:ext uri="{91240B29-F687-4F45-9708-019B960494DF}">
            <a14:hiddenLine xmlns:a14="http://schemas.microsoft.com/office/drawing/2010/main" w="12700" cap="flat" cmpd="sng" algn="ctr">
              <a:solidFill>
                <a:srgbClr val="000000"/>
              </a:solidFill>
              <a:prstDash val="solid"/>
            </a14:hiddenLine>
          </a:ext>
        </a:extLst>
      </a:spPr>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defPPr algn="ctr">
          <a:lnSpc>
            <a:spcPts val="1700"/>
          </a:lnSpc>
          <a:spcBef>
            <a:spcPts val="840"/>
          </a:spcBef>
          <a:defRPr sz="1400" dirty="0" err="1" smtClean="0">
            <a:solidFill>
              <a:schemeClr val="tx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Bef>
            <a:spcPts val="0"/>
          </a:spcBef>
          <a:defRPr sz="1400" dirty="0" err="1" smtClean="0"/>
        </a:defPPr>
      </a:lstStyle>
    </a:tx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 ZF Friedrichshafen AG">
  <a:themeElements>
    <a:clrScheme name="© ZF Friedrichshafen AG">
      <a:dk1>
        <a:srgbClr val="000000"/>
      </a:dk1>
      <a:lt1>
        <a:srgbClr val="FFFFFF"/>
      </a:lt1>
      <a:dk2>
        <a:srgbClr val="999999"/>
      </a:dk2>
      <a:lt2>
        <a:srgbClr val="D9DADB"/>
      </a:lt2>
      <a:accent1>
        <a:srgbClr val="D5B076"/>
      </a:accent1>
      <a:accent2>
        <a:srgbClr val="E2C89F"/>
      </a:accent2>
      <a:accent3>
        <a:srgbClr val="EEDFC8"/>
      </a:accent3>
      <a:accent4>
        <a:srgbClr val="2870BB"/>
      </a:accent4>
      <a:accent5>
        <a:srgbClr val="699BCF"/>
      </a:accent5>
      <a:accent6>
        <a:srgbClr val="A9C6E4"/>
      </a:accent6>
      <a:hlink>
        <a:srgbClr val="2870BB"/>
      </a:hlink>
      <a:folHlink>
        <a:srgbClr val="A9C6E4"/>
      </a:folHlink>
    </a:clrScheme>
    <a:fontScheme name="ZF_Folienmaster">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cap="flat" cmpd="sng" algn="ctr">
          <a:noFill/>
          <a:prstDash val="solid"/>
        </a:ln>
        <a:effectLst/>
        <a:extLst>
          <a:ext uri="{91240B29-F687-4F45-9708-019B960494DF}">
            <a14:hiddenLine xmlns:a14="http://schemas.microsoft.com/office/drawing/2010/main" w="12700" cap="flat" cmpd="sng" algn="ctr">
              <a:solidFill>
                <a:srgbClr val="000000"/>
              </a:solidFill>
              <a:prstDash val="solid"/>
            </a14:hiddenLine>
          </a:ext>
        </a:extLst>
      </a:spPr>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defPPr algn="ctr">
          <a:lnSpc>
            <a:spcPts val="1700"/>
          </a:lnSpc>
          <a:spcBef>
            <a:spcPts val="840"/>
          </a:spcBef>
          <a:defRPr sz="1400" dirty="0" err="1" smtClean="0">
            <a:solidFill>
              <a:schemeClr val="tx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Bef>
            <a:spcPts val="0"/>
          </a:spcBef>
          <a:defRPr sz="1400" dirty="0" err="1" smtClean="0"/>
        </a:defPPr>
      </a:lstStyle>
    </a:txDef>
  </a:objectDefaults>
  <a:extraClrSchemeLst>
    <a:extraClrScheme>
      <a:clrScheme name="ZF_Master_mit_Copyright 1">
        <a:dk1>
          <a:srgbClr val="000000"/>
        </a:dk1>
        <a:lt1>
          <a:srgbClr val="FFFFFF"/>
        </a:lt1>
        <a:dk2>
          <a:srgbClr val="815648"/>
        </a:dk2>
        <a:lt2>
          <a:srgbClr val="628297"/>
        </a:lt2>
        <a:accent1>
          <a:srgbClr val="9BB3E9"/>
        </a:accent1>
        <a:accent2>
          <a:srgbClr val="E41F1F"/>
        </a:accent2>
        <a:accent3>
          <a:srgbClr val="FFFFFF"/>
        </a:accent3>
        <a:accent4>
          <a:srgbClr val="000000"/>
        </a:accent4>
        <a:accent5>
          <a:srgbClr val="CBD6F2"/>
        </a:accent5>
        <a:accent6>
          <a:srgbClr val="CF1B1B"/>
        </a:accent6>
        <a:hlink>
          <a:srgbClr val="C2BCB3"/>
        </a:hlink>
        <a:folHlink>
          <a:srgbClr val="FFAB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Larissa">
  <a:themeElements>
    <a:clrScheme name="© ZF Friedrichshafen AG">
      <a:dk1>
        <a:srgbClr val="000000"/>
      </a:dk1>
      <a:lt1>
        <a:srgbClr val="FFFFFF"/>
      </a:lt1>
      <a:dk2>
        <a:srgbClr val="999999"/>
      </a:dk2>
      <a:lt2>
        <a:srgbClr val="D9DADB"/>
      </a:lt2>
      <a:accent1>
        <a:srgbClr val="D5B076"/>
      </a:accent1>
      <a:accent2>
        <a:srgbClr val="E2C89F"/>
      </a:accent2>
      <a:accent3>
        <a:srgbClr val="EEDFC8"/>
      </a:accent3>
      <a:accent4>
        <a:srgbClr val="2870BB"/>
      </a:accent4>
      <a:accent5>
        <a:srgbClr val="699BCF"/>
      </a:accent5>
      <a:accent6>
        <a:srgbClr val="A9C6E4"/>
      </a:accent6>
      <a:hlink>
        <a:srgbClr val="2870BB"/>
      </a:hlink>
      <a:folHlink>
        <a:srgbClr val="A9C6E4"/>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item1.xml><?xml version="1.0" encoding="utf-8"?>
<nXeGKudETKPeaCNGFh5i2aVdoOsLYjULCdH7T707tDyRRmguot4fEcJ2iD6f9>tIp6eWtj091TEHCdMARBLA==</nXeGKudETKPeaCNGFh5i2aVdoOsLYjULCdH7T707tDyRRmguot4fEcJ2iD6f9>
</file>

<file path=customXml/item2.xml><?xml version="1.0" encoding="utf-8"?>
<nXeGKudETKPeaCNGFh5i7cKyawAjgyQn9gyiebCxx1jD9eHXSWW9Lib2F1j9>NPgquID0dmaZ1weZvF+CD82mGwJDFv1WBRb90GzqpFOWlLxZ1Rga3a3xsIRZ8Sf8g/hChyBGXVRre1wpzSypS/UC8dOoY7OsHJ3Kv4nOorPDtWhFtHomXZ3hnaMrdEJ5YN1aGKN6j//sZ89FFWNDgfTVerka6IBRDJ/xpbo6kPFSnHEmb07iDnPURMejkQlx29XmpjPEUSlj+e96Gvo5f951HAbU0or5sUcPvhIL3Ip7/MxT7Ujf7zTY9qJk9vOwm4zX4wObZp1xRmcl/J1A04jpROwYZiVE6/vOVtfgra6FXsZWhBPGts+BK3gVxhmr3qMJ8e+cZ6PLPRrRRj3SJzftPJqmTmfIL3Qn0r5kmKY=</nXeGKudETKPeaCNGFh5i7cKyawAjgyQn9gyiebCxx1jD9eHXSWW9Lib2F1j9>
</file>

<file path=customXml/item3.xml><?xml version="1.0" encoding="utf-8"?>
<nXeGKudETKPeaCNGFh5iKXsadLDxTRe0xbrxgS3asWaSdlBY0sLX5pYu7jLmo>SiTVZYrZoP6lgSCTj6v0lYUXo7rptB3vsxE98fSlaTok74hHqUQ//z+IzG3f3dKdNUyW4Kjm/X9VSbJA4Gr5MW0KPH+B642pxXdDNArGooo=</nXeGKudETKPeaCNGFh5iKXsadLDxTRe0xbrxgS3asWaSdlBY0sLX5pYu7jLmo>
</file>

<file path=customXml/item4.xml><?xml version="1.0" encoding="utf-8"?>
<nXeGKudETKPeaCNGFh5ix5fP7fSWtl37NIroXmZN38TajkfZeW3Vf6bvmNn8>nJx5vhpfRvQNyZsNhGEjrP7pWNAEK+n6g8JFFLs0jCLXq+iwel+bBC9XLa00AB31</nXeGKudETKPeaCNGFh5ix5fP7fSWtl37NIroXmZN38TajkfZeW3Vf6bvmNn8>
</file>

<file path=customXml/item5.xml><?xml version="1.0" encoding="utf-8"?>
<NovaPath_docName>C:\User\z302530\Desktop\New Folder\New Folder\BAPAT\TRAINING 2008\CASTING TECHNIQUE TRAINING\Fundamentals of Casting 23012017.pptx</NovaPath_docName>
</file>

<file path=customXml/item6.xml><?xml version="1.0" encoding="utf-8"?>
<NovaPath_baseApplication>Microsoft PowerPoint</NovaPath_baseApplication>
</file>

<file path=customXml/item7.xml><?xml version="1.0" encoding="utf-8"?>
<nXeGKudETKPeaCNGFh5i5IeuWeXv6XDtePDOrtUSOqWwmvYa7PTRiLQvIZkriN4zFxEJfkpx7yiWurrFRQTw>wET7z3APVwWLb5suGR4vTrhDRZJozxrRzOAhwYFpvHz9eQHoa02Xka3de7sjEXtf</nXeGKudETKPeaCNGFh5i5IeuWeXv6XDtePDOrtUSOqWwmvYa7PTRiLQvIZkriN4zFxEJfkpx7yiWurrFRQTw>
</file>

<file path=customXml/item8.xml><?xml version="1.0" encoding="utf-8"?>
<nXeGKudETKPeaCNGFh5ix5fP7fSWtl37NIroXmYBQsS1cecqKZfGozr8W9iy>bj//4UdkFO89WgSYlzSCHA==</nXeGKudETKPeaCNGFh5ix5fP7fSWtl37NIroXmYBQsS1cecqKZfGozr8W9iy>
</file>

<file path=customXml/item9.xml><?xml version="1.0" encoding="utf-8"?>
<nXeGKudETKPeaCNGFh5i0BGlH9ci87cLWvMx3DlPzuAPh2gY9s703zKUS7uW>NPgquID0dmaZ1weZvF+CD82mGwJDFv1WBRb90GzqpFOWlLxZ1Rga3a3xsIRZ8Sf8g/hChyBGXVRre1wpzSypS/UC8dOoY7OsHJ3Kv4nOorPDtWhFtHomXZ3hnaMrdEJ5YN1aGKN6j//sZ89FFWNDgfTVerka6IBRDJ/xpbo6kPFSnHEmb07iDnPURMejkQlx29XmpjPEUSlj+e96Gvo5f951HAbU0or5sUcPvhIL3IqhtktZWb0Xo6QkxzzDWzoz</nXeGKudETKPeaCNGFh5i0BGlH9ci87cLWvMx3DlPzuAPh2gY9s703zKUS7uW>
</file>

<file path=customXml/item10.xml><?xml version="1.0" encoding="utf-8"?>
<NovaPath_DocInfoFromAfterSave>False</NovaPath_DocInfoFromAfterSave>
</file>

<file path=customXml/item11.xml><?xml version="1.0" encoding="utf-8"?>
<NovaPath_docClassDate>01/12/2017 10:37:10</NovaPath_docClassDate>
</file>

<file path=customXml/item12.xml><?xml version="1.0" encoding="utf-8"?>
<p:properties xmlns:p="http://schemas.microsoft.com/office/2006/metadata/properties" xmlns:xsi="http://www.w3.org/2001/XMLSchema-instance" xmlns:pc="http://schemas.microsoft.com/office/infopath/2007/PartnerControls">
  <documentManagement/>
</p:properties>
</file>

<file path=customXml/item13.xml><?xml version="1.0" encoding="utf-8"?>
<nXeGKudETKPeaCNGFh5i8sltj09I1nJ8AlBUytNZ1Ehih9jnZMZtoeNI9UMZ5>w0PIIyGfD5VLc1zoJj+TuoFY4ueCTbMjhBax3Xd7TB8=</nXeGKudETKPeaCNGFh5i8sltj09I1nJ8AlBUytNZ1Ehih9jnZMZtoeNI9UMZ5>
</file>

<file path=customXml/item14.xml><?xml version="1.0" encoding="utf-8"?>
<NovaPath_docAuthor>Bapat Shreedhar CMB QES</NovaPath_docAuthor>
</file>

<file path=customXml/item15.xml><?xml version="1.0" encoding="utf-8"?>
<NovaPath_tenantID>8BC9BD9B-31E2-4E97-ABE0-B03814292429</NovaPath_tenantID>
</file>

<file path=customXml/item16.xml><?xml version="1.0" encoding="utf-8"?>
<nXeGKudETKPeaCNGFh5iTSI5UodjD94nh7U7VklxY>dfZbboQMbNhAMHmo0VAvSjjhNjrzXABs4CPPJPDEn+zv40PcKPsFrJUwEH8V/GcCnMq3iiqGoUNMXSetT8lHYg==</nXeGKudETKPeaCNGFh5iTSI5UodjD94nh7U7VklxY>
</file>

<file path=customXml/item17.xml><?xml version="1.0" encoding="utf-8"?>
<NovaPath_docIDOld>SAS62T45IAUZ6ZZ8I536AUIBQ1</NovaPath_docIDOld>
</file>

<file path=customXml/item18.xml><?xml version="1.0" encoding="utf-8"?>
<nXeGKudETKPeaCNGFh5ix5fP7fSWtl37NIroXmZyHIynb9qBde2n67FOJFV2>hvo8jIGPriLPjiu1rqJXzKhI6gLOZ8+dIHsepsQ0SPQ=</nXeGKudETKPeaCNGFh5ix5fP7fSWtl37NIroXmZyHIynb9qBde2n67FOJFV2>
</file>

<file path=customXml/item19.xml><?xml version="1.0" encoding="utf-8"?>
<NovaPath_docID>FYIBPTEMTUDC5ELFNTHJW74E3W</NovaPath_docID>
</file>

<file path=customXml/item20.xml><?xml version="1.0" encoding="utf-8"?>
<NovaPath_versionInfo>3.4.10.11016</NovaPath_versionInfo>
</file>

<file path=customXml/item21.xml><?xml version="1.0" encoding="utf-8"?>
<NovaPath_docPath>C:\User\z302530\Desktop\New Folder\New Folder\BAPAT\TRAINING 2008\CASTING TECHNIQUE TRAINING</NovaPath_docPath>
</file>

<file path=customXml/item22.xml><?xml version="1.0" encoding="utf-8"?>
<ct:contentTypeSchema xmlns:ct="http://schemas.microsoft.com/office/2006/metadata/contentType" xmlns:ma="http://schemas.microsoft.com/office/2006/metadata/properties/metaAttributes" ct:_="" ma:_="" ma:contentTypeName="Document" ma:contentTypeID="0x010100BEFE5C16D1AE3B4D9C74B7A32266F1D5" ma:contentTypeVersion="0" ma:contentTypeDescription="Create a new document." ma:contentTypeScope="" ma:versionID="89d94c6034d27caff6476cecc6e615b0">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3.xml><?xml version="1.0" encoding="utf-8"?>
<NovaPath_docClass>Internal</NovaPath_docClass>
</file>

<file path=customXml/item24.xml><?xml version="1.0" encoding="utf-8"?>
<NovaPath_docClassID>1030</NovaPath_docClassID>
</file>

<file path=customXml/item25.xml><?xml version="1.0" encoding="utf-8"?>
<nXeGKudETKPeaCNGFh5iy53cs4YTjZQd4Re9Stbph13fJwq3N1dxRUwfkxNCzGbktJIbKf2q8mQyY814Q>GoBUcRQBOiWNv9cnqy33XA==</nXeGKudETKPeaCNGFh5iy53cs4YTjZQd4Re9Stbph13fJwq3N1dxRUwfkxNCzGbktJIbKf2q8mQyY814Q>
</file>

<file path=customXml/item26.xml><?xml version="1.0" encoding="utf-8"?>
<nXeGKudETKPeaCNGFh5i5JKJLOqxkMZWB6LsYfMaI9RtbpE1WkCpXazESWus5B>Nmq+LHbLUsHG41JA+0PIZVGMF1T85TMu7XLCCgm0HBJOW0RqiLWgkGm+AgKyrA7YnyNSbRpQzzpo4b4eebIUcw==</nXeGKudETKPeaCNGFh5i5JKJLOqxkMZWB6LsYfMaI9RtbpE1WkCpXazESWus5B>
</file>

<file path=customXml/item27.xml><?xml version="1.0" encoding="utf-8"?>
<?mso-contentType ?>
<FormTemplates xmlns="http://schemas.microsoft.com/sharepoint/v3/contenttype/forms">
  <Display>DocumentLibraryForm</Display>
  <Edit>DocumentLibraryForm</Edit>
  <New>DocumentLibraryForm</New>
</FormTemplates>
</file>

<file path=customXml/item28.xml><?xml version="1.0" encoding="utf-8"?>
<NovaPath_docOwner>z302530</NovaPath_docOwner>
</file>

<file path=customXml/item29.xml><?xml version="1.0" encoding="utf-8"?>
<nXeGKudETKPeaCNGFh5iyLk1gcWWJqTgFQk8wGFUmjFC0m6hdwbr2zDsrBNVqK>cYa3XFEwyL682xVIqRzqLVt3PLV3XKscxoHrsiHBnzi89FhG6Fp6Eh98gx76Aswn</nXeGKudETKPeaCNGFh5iyLk1gcWWJqTgFQk8wGFUmjFC0m6hdwbr2zDsrBNVqK>
</file>

<file path=customXml/itemProps1.xml><?xml version="1.0" encoding="utf-8"?>
<ds:datastoreItem xmlns:ds="http://schemas.openxmlformats.org/officeDocument/2006/customXml" ds:itemID="{813D0473-5676-4885-9D8D-07D578CA976D}">
  <ds:schemaRefs/>
</ds:datastoreItem>
</file>

<file path=customXml/itemProps2.xml><?xml version="1.0" encoding="utf-8"?>
<ds:datastoreItem xmlns:ds="http://schemas.openxmlformats.org/officeDocument/2006/customXml" ds:itemID="{561362A1-F959-4747-8218-BA286A8FE69A}">
  <ds:schemaRefs/>
</ds:datastoreItem>
</file>

<file path=customXml/itemProps3.xml><?xml version="1.0" encoding="utf-8"?>
<ds:datastoreItem xmlns:ds="http://schemas.openxmlformats.org/officeDocument/2006/customXml" ds:itemID="{4ED48C6F-04B1-4EA7-A1DD-A7C36F94DB89}">
  <ds:schemaRefs/>
</ds:datastoreItem>
</file>

<file path=customXml/itemProps4.xml><?xml version="1.0" encoding="utf-8"?>
<ds:datastoreItem xmlns:ds="http://schemas.openxmlformats.org/officeDocument/2006/customXml" ds:itemID="{90C5BC42-21A9-41F9-91F7-2AA4AADA9133}">
  <ds:schemaRefs/>
</ds:datastoreItem>
</file>

<file path=customXml/itemProps5.xml><?xml version="1.0" encoding="utf-8"?>
<ds:datastoreItem xmlns:ds="http://schemas.openxmlformats.org/officeDocument/2006/customXml" ds:itemID="{E4D3A1B2-0083-48E0-A26F-28AAE801FFAF}">
  <ds:schemaRefs/>
</ds:datastoreItem>
</file>

<file path=customXml/itemProps6.xml><?xml version="1.0" encoding="utf-8"?>
<ds:datastoreItem xmlns:ds="http://schemas.openxmlformats.org/officeDocument/2006/customXml" ds:itemID="{F551F3EA-54F9-4310-B6BF-6487AF268748}">
  <ds:schemaRefs/>
</ds:datastoreItem>
</file>

<file path=customXml/itemProps7.xml><?xml version="1.0" encoding="utf-8"?>
<ds:datastoreItem xmlns:ds="http://schemas.openxmlformats.org/officeDocument/2006/customXml" ds:itemID="{CD3AF0A9-811F-4466-8D3B-A1FD9379CCFD}">
  <ds:schemaRefs/>
</ds:datastoreItem>
</file>

<file path=customXml/itemProps8.xml><?xml version="1.0" encoding="utf-8"?>
<ds:datastoreItem xmlns:ds="http://schemas.openxmlformats.org/officeDocument/2006/customXml" ds:itemID="{990D4920-8197-433E-8981-97A6865A3217}">
  <ds:schemaRefs/>
</ds:datastoreItem>
</file>

<file path=customXml/itemProps9.xml><?xml version="1.0" encoding="utf-8"?>
<ds:datastoreItem xmlns:ds="http://schemas.openxmlformats.org/officeDocument/2006/customXml" ds:itemID="{66EB3B91-520F-474E-90A4-27416A89A2C5}">
  <ds:schemaRefs/>
</ds:datastoreItem>
</file>

<file path=customXml/itemProps10.xml><?xml version="1.0" encoding="utf-8"?>
<ds:datastoreItem xmlns:ds="http://schemas.openxmlformats.org/officeDocument/2006/customXml" ds:itemID="{18906A10-50AF-42A1-921D-FE7204953391}">
  <ds:schemaRefs/>
</ds:datastoreItem>
</file>

<file path=customXml/itemProps11.xml><?xml version="1.0" encoding="utf-8"?>
<ds:datastoreItem xmlns:ds="http://schemas.openxmlformats.org/officeDocument/2006/customXml" ds:itemID="{DD7A18CB-E843-41B6-BCD9-EB004A92D825}">
  <ds:schemaRefs/>
</ds:datastoreItem>
</file>

<file path=customXml/itemProps12.xml><?xml version="1.0" encoding="utf-8"?>
<ds:datastoreItem xmlns:ds="http://schemas.openxmlformats.org/officeDocument/2006/customXml" ds:itemID="{608037BA-C216-4CE3-B28F-0DCA16A695BB}">
  <ds:schemaRef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http://purl.org/dc/terms/"/>
    <ds:schemaRef ds:uri="http://purl.org/dc/elements/1.1/"/>
    <ds:schemaRef ds:uri="http://www.w3.org/XML/1998/namespace"/>
    <ds:schemaRef ds:uri="http://schemas.microsoft.com/office/2006/metadata/properties"/>
  </ds:schemaRefs>
</ds:datastoreItem>
</file>

<file path=customXml/itemProps13.xml><?xml version="1.0" encoding="utf-8"?>
<ds:datastoreItem xmlns:ds="http://schemas.openxmlformats.org/officeDocument/2006/customXml" ds:itemID="{0052283D-912F-4C06-B18A-1DCC829D2F93}">
  <ds:schemaRefs/>
</ds:datastoreItem>
</file>

<file path=customXml/itemProps14.xml><?xml version="1.0" encoding="utf-8"?>
<ds:datastoreItem xmlns:ds="http://schemas.openxmlformats.org/officeDocument/2006/customXml" ds:itemID="{994B8E6E-1CF1-4860-8974-9E4D04E92E7C}">
  <ds:schemaRefs/>
</ds:datastoreItem>
</file>

<file path=customXml/itemProps15.xml><?xml version="1.0" encoding="utf-8"?>
<ds:datastoreItem xmlns:ds="http://schemas.openxmlformats.org/officeDocument/2006/customXml" ds:itemID="{8FF53F5F-CC72-414C-A25B-0ABFE02D164F}">
  <ds:schemaRefs/>
</ds:datastoreItem>
</file>

<file path=customXml/itemProps16.xml><?xml version="1.0" encoding="utf-8"?>
<ds:datastoreItem xmlns:ds="http://schemas.openxmlformats.org/officeDocument/2006/customXml" ds:itemID="{99007FD6-7502-4866-A16C-DD3FBD6F960A}">
  <ds:schemaRefs/>
</ds:datastoreItem>
</file>

<file path=customXml/itemProps17.xml><?xml version="1.0" encoding="utf-8"?>
<ds:datastoreItem xmlns:ds="http://schemas.openxmlformats.org/officeDocument/2006/customXml" ds:itemID="{BB00F0BB-2B70-4B7F-B74E-6A9E753D3C2D}">
  <ds:schemaRefs/>
</ds:datastoreItem>
</file>

<file path=customXml/itemProps18.xml><?xml version="1.0" encoding="utf-8"?>
<ds:datastoreItem xmlns:ds="http://schemas.openxmlformats.org/officeDocument/2006/customXml" ds:itemID="{CE85200F-7D6D-445E-A899-446017D4C583}">
  <ds:schemaRefs/>
</ds:datastoreItem>
</file>

<file path=customXml/itemProps19.xml><?xml version="1.0" encoding="utf-8"?>
<ds:datastoreItem xmlns:ds="http://schemas.openxmlformats.org/officeDocument/2006/customXml" ds:itemID="{949DCF08-DB5C-4AAD-BDF1-0768A874174D}">
  <ds:schemaRefs/>
</ds:datastoreItem>
</file>

<file path=customXml/itemProps20.xml><?xml version="1.0" encoding="utf-8"?>
<ds:datastoreItem xmlns:ds="http://schemas.openxmlformats.org/officeDocument/2006/customXml" ds:itemID="{A0E1C0C3-BA36-46E8-AC93-57A3BF55F908}">
  <ds:schemaRefs/>
</ds:datastoreItem>
</file>

<file path=customXml/itemProps21.xml><?xml version="1.0" encoding="utf-8"?>
<ds:datastoreItem xmlns:ds="http://schemas.openxmlformats.org/officeDocument/2006/customXml" ds:itemID="{3B9C6DC6-BCCD-4615-8865-6A6382EBA307}">
  <ds:schemaRefs/>
</ds:datastoreItem>
</file>

<file path=customXml/itemProps22.xml><?xml version="1.0" encoding="utf-8"?>
<ds:datastoreItem xmlns:ds="http://schemas.openxmlformats.org/officeDocument/2006/customXml" ds:itemID="{20B9FC49-9494-4C5F-8DEA-F5B62C4529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3.xml><?xml version="1.0" encoding="utf-8"?>
<ds:datastoreItem xmlns:ds="http://schemas.openxmlformats.org/officeDocument/2006/customXml" ds:itemID="{BEA57567-A68B-4088-9A98-56D816DDF28C}">
  <ds:schemaRefs/>
</ds:datastoreItem>
</file>

<file path=customXml/itemProps24.xml><?xml version="1.0" encoding="utf-8"?>
<ds:datastoreItem xmlns:ds="http://schemas.openxmlformats.org/officeDocument/2006/customXml" ds:itemID="{D97B761F-F95D-4181-9B09-AEDE31EA9704}">
  <ds:schemaRefs/>
</ds:datastoreItem>
</file>

<file path=customXml/itemProps25.xml><?xml version="1.0" encoding="utf-8"?>
<ds:datastoreItem xmlns:ds="http://schemas.openxmlformats.org/officeDocument/2006/customXml" ds:itemID="{EA24388A-143E-4A69-A9B7-58C0683A73B9}">
  <ds:schemaRefs/>
</ds:datastoreItem>
</file>

<file path=customXml/itemProps26.xml><?xml version="1.0" encoding="utf-8"?>
<ds:datastoreItem xmlns:ds="http://schemas.openxmlformats.org/officeDocument/2006/customXml" ds:itemID="{2352BA28-55D2-4DDB-A681-9386B040DFE6}">
  <ds:schemaRefs/>
</ds:datastoreItem>
</file>

<file path=customXml/itemProps27.xml><?xml version="1.0" encoding="utf-8"?>
<ds:datastoreItem xmlns:ds="http://schemas.openxmlformats.org/officeDocument/2006/customXml" ds:itemID="{495DAD56-2C99-477F-B016-4FFFB235D00A}">
  <ds:schemaRefs>
    <ds:schemaRef ds:uri="http://schemas.microsoft.com/sharepoint/v3/contenttype/forms"/>
  </ds:schemaRefs>
</ds:datastoreItem>
</file>

<file path=customXml/itemProps28.xml><?xml version="1.0" encoding="utf-8"?>
<ds:datastoreItem xmlns:ds="http://schemas.openxmlformats.org/officeDocument/2006/customXml" ds:itemID="{69464461-E80E-440E-B5AC-AE318049AB98}">
  <ds:schemaRefs/>
</ds:datastoreItem>
</file>

<file path=customXml/itemProps29.xml><?xml version="1.0" encoding="utf-8"?>
<ds:datastoreItem xmlns:ds="http://schemas.openxmlformats.org/officeDocument/2006/customXml" ds:itemID="{554FB6F0-959B-4B5F-821C-B463D4EFD165}">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629</Words>
  <Application>Microsoft Office PowerPoint</Application>
  <PresentationFormat>On-screen Show (16:9)</PresentationFormat>
  <Paragraphs>163</Paragraphs>
  <Slides>19</Slides>
  <Notes>2</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19</vt:i4>
      </vt:variant>
    </vt:vector>
  </HeadingPairs>
  <TitlesOfParts>
    <vt:vector size="28" baseType="lpstr">
      <vt:lpstr>Arial</vt:lpstr>
      <vt:lpstr>Calibri</vt:lpstr>
      <vt:lpstr>Roboto</vt:lpstr>
      <vt:lpstr>Tahoma</vt:lpstr>
      <vt:lpstr>Wingdings</vt:lpstr>
      <vt:lpstr>Blank</vt:lpstr>
      <vt:lpstr>1_Custom Design</vt:lpstr>
      <vt:lpstr>Custom Design</vt:lpstr>
      <vt:lpstr>© ZF Friedrichshafen AG</vt:lpstr>
      <vt:lpstr>Fundamentals of Casting Process</vt:lpstr>
      <vt:lpstr>About Myself</vt:lpstr>
      <vt:lpstr>Dating back to Casting history</vt:lpstr>
      <vt:lpstr>Casting Manufacturing process </vt:lpstr>
      <vt:lpstr>PowerPoint Presentation</vt:lpstr>
      <vt:lpstr>PowerPoint Presentation</vt:lpstr>
      <vt:lpstr>PowerPoint Presentation</vt:lpstr>
      <vt:lpstr>PowerPoint Presentation</vt:lpstr>
      <vt:lpstr>Casting Manufacturing Process Flow chart</vt:lpstr>
      <vt:lpstr>PowerPoint Presentation</vt:lpstr>
      <vt:lpstr>Melting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keywords>Internal</cp:keywords>
  <cp:lastModifiedBy/>
  <cp:revision>1</cp:revision>
  <dcterms:created xsi:type="dcterms:W3CDTF">2017-01-12T05:06:02Z</dcterms:created>
  <dcterms:modified xsi:type="dcterms:W3CDTF">2026-01-28T11:21:11Z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0x010100BEFE5C16D1AE3B4D9C74B7A32266F1D5</vt:lpwstr>
  </property>
  <property fmtid="{D5CDD505-2E9C-101B-9397-08002B2CF9AE}" pid="3" name="Dokumenten-ID">
    <vt:lpwstr>FYIBPTEMTUDC5ELFNTHJW74E3W</vt:lpwstr>
  </property>
  <property fmtid="{D5CDD505-2E9C-101B-9397-08002B2CF9AE}" pid="4" name="NovaPath-Version">
    <vt:lpwstr>3.4.10.11016</vt:lpwstr>
  </property>
  <property fmtid="{D5CDD505-2E9C-101B-9397-08002B2CF9AE}" pid="5" name="Klassifizierung">
    <vt:lpwstr>Internal</vt:lpwstr>
  </property>
  <property fmtid="{D5CDD505-2E9C-101B-9397-08002B2CF9AE}" pid="6" name="Klassifizierungs-Id">
    <vt:lpwstr>1030</vt:lpwstr>
  </property>
  <property fmtid="{D5CDD505-2E9C-101B-9397-08002B2CF9AE}" pid="7" name="Klassifizierungs-Datum">
    <vt:lpwstr>01/12/2017 10:37:10</vt:lpwstr>
  </property>
  <property fmtid="{D5CDD505-2E9C-101B-9397-08002B2CF9AE}" pid="8" name="MSIP_Label_134277c1-31d4-4dba-9248-3ba93a3f3112_Enabled">
    <vt:lpwstr>true</vt:lpwstr>
  </property>
  <property fmtid="{D5CDD505-2E9C-101B-9397-08002B2CF9AE}" pid="9" name="MSIP_Label_134277c1-31d4-4dba-9248-3ba93a3f3112_SetDate">
    <vt:lpwstr>2022-07-08T02:49:26Z</vt:lpwstr>
  </property>
  <property fmtid="{D5CDD505-2E9C-101B-9397-08002B2CF9AE}" pid="10" name="MSIP_Label_134277c1-31d4-4dba-9248-3ba93a3f3112_Method">
    <vt:lpwstr>Standard</vt:lpwstr>
  </property>
  <property fmtid="{D5CDD505-2E9C-101B-9397-08002B2CF9AE}" pid="11" name="MSIP_Label_134277c1-31d4-4dba-9248-3ba93a3f3112_Name">
    <vt:lpwstr>Internal sub1</vt:lpwstr>
  </property>
  <property fmtid="{D5CDD505-2E9C-101B-9397-08002B2CF9AE}" pid="12" name="MSIP_Label_134277c1-31d4-4dba-9248-3ba93a3f3112_SiteId">
    <vt:lpwstr>eb70b763-b6d7-4486-8555-8831709a784e</vt:lpwstr>
  </property>
  <property fmtid="{D5CDD505-2E9C-101B-9397-08002B2CF9AE}" pid="13" name="MSIP_Label_134277c1-31d4-4dba-9248-3ba93a3f3112_ActionId">
    <vt:lpwstr>46c2e97f-b16d-43e1-83bc-b28f9cc08f71</vt:lpwstr>
  </property>
  <property fmtid="{D5CDD505-2E9C-101B-9397-08002B2CF9AE}" pid="14" name="MSIP_Label_134277c1-31d4-4dba-9248-3ba93a3f3112_ContentBits">
    <vt:lpwstr>1</vt:lpwstr>
  </property>
</Properties>
</file>